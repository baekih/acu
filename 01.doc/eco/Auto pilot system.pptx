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8" r:id="rId12"/>
    <p:sldId id="266" r:id="rId13"/>
    <p:sldId id="267" r:id="rId14"/>
    <p:sldId id="274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94" r:id="rId28"/>
    <p:sldId id="285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2632F-563A-40B4-8F71-35C783C7F438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6B507-F574-40F3-8179-F5C0F8484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94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459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509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120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745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656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78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9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6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10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47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97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223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51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55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431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40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336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688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043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55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5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500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252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6B507-F574-40F3-8179-F5C0F8484E8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87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82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80.png"/><Relationship Id="rId1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46949-F9CF-6902-9AC9-B784FB068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934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600" dirty="0"/>
              <a:t>Auto pilot system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6E920F-80EC-C7D8-DA84-D5998478A6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54" r="30748" b="-2"/>
          <a:stretch/>
        </p:blipFill>
        <p:spPr>
          <a:xfrm>
            <a:off x="8273934" y="968657"/>
            <a:ext cx="3130256" cy="44235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3BABD3B1-05FD-21D3-622C-9414943F6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12856"/>
            <a:ext cx="8791575" cy="241069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Detail control algorithm used in real industrial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Fuzzy control system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Control algorithm of fuzzy PI for autopilot system in leisure boat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System development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Simulation for fuzzy pi control algorithm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Simulator for autopilot system and test</a:t>
            </a:r>
          </a:p>
          <a:p>
            <a:pPr marL="457200" indent="-342900" latinLnBrk="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700" dirty="0">
                <a:solidFill>
                  <a:schemeClr val="tx1"/>
                </a:solidFill>
              </a:rPr>
              <a:t>Real boat test for autopilot system</a:t>
            </a:r>
          </a:p>
          <a:p>
            <a:pPr marL="342900" indent="-228600" latinLnBrk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17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EC892E6-E4D9-42B1-C7FC-EE71EBC40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814" y="6148792"/>
            <a:ext cx="1752845" cy="400106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9756F0B3-9A69-396E-EC54-47D5A3FA6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0501" y="5877291"/>
            <a:ext cx="1219370" cy="54300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669AEF9-78E5-1741-FEB9-EE8F5E550009}"/>
              </a:ext>
            </a:extLst>
          </p:cNvPr>
          <p:cNvSpPr txBox="1"/>
          <p:nvPr/>
        </p:nvSpPr>
        <p:spPr>
          <a:xfrm>
            <a:off x="4031672" y="5672055"/>
            <a:ext cx="3262746" cy="876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한국선박전자산업진흥협회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연구소장 유영호 </a:t>
            </a:r>
            <a:r>
              <a:rPr lang="en-US" altLang="ko-KR" dirty="0"/>
              <a:t>PhD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998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BC993-9E2C-F92F-AB43-2FA9B674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altLang="ko-KR" sz="3600" dirty="0">
                <a:solidFill>
                  <a:schemeClr val="tx1"/>
                </a:solidFill>
              </a:rPr>
              <a:t>Detail control algorithm used in real industrial</a:t>
            </a:r>
            <a:br>
              <a:rPr lang="en-US" altLang="ko-KR" sz="3600" dirty="0">
                <a:solidFill>
                  <a:schemeClr val="tx1"/>
                </a:solidFill>
              </a:rPr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CD395-76A1-92D3-9784-84F27A97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1.1 Integral Wind up</a:t>
            </a:r>
          </a:p>
          <a:p>
            <a:pPr marL="0" indent="0">
              <a:buNone/>
            </a:pPr>
            <a:r>
              <a:rPr lang="en-US" altLang="ko-KR" dirty="0"/>
              <a:t>1.2 Dead band</a:t>
            </a:r>
          </a:p>
          <a:p>
            <a:pPr marL="0" indent="0">
              <a:buNone/>
            </a:pPr>
            <a:r>
              <a:rPr lang="en-US" altLang="ko-KR" dirty="0"/>
              <a:t>1.3 actuator</a:t>
            </a:r>
            <a:r>
              <a:rPr lang="ko-KR" altLang="en-US" dirty="0"/>
              <a:t> </a:t>
            </a:r>
            <a:r>
              <a:rPr lang="en-US" altLang="ko-KR" dirty="0"/>
              <a:t>limit</a:t>
            </a:r>
          </a:p>
          <a:p>
            <a:pPr marL="0" indent="0">
              <a:buNone/>
            </a:pPr>
            <a:r>
              <a:rPr lang="en-US" altLang="ko-KR" dirty="0"/>
              <a:t>1.4 Digital PID Control Algorithm</a:t>
            </a:r>
          </a:p>
          <a:p>
            <a:pPr marL="0" indent="0">
              <a:buNone/>
            </a:pPr>
            <a:r>
              <a:rPr lang="en-US" altLang="ko-KR" dirty="0"/>
              <a:t>1.5 auto/manual</a:t>
            </a:r>
            <a:r>
              <a:rPr lang="ko-KR" altLang="en-US" dirty="0"/>
              <a:t> </a:t>
            </a:r>
            <a:r>
              <a:rPr lang="en-US" altLang="ko-KR" dirty="0"/>
              <a:t>change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64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9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0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1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2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4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5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9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1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2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3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4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5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6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7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8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9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0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1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2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6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7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8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9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1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5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6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9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1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4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5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6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7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8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9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0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1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 useBgFill="1">
        <p:nvSpPr>
          <p:cNvPr id="194" name="Rectangle 193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B5E568-C149-EB6C-C907-FCC887B1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59918"/>
            <a:ext cx="7559039" cy="727075"/>
          </a:xfrm>
        </p:spPr>
        <p:txBody>
          <a:bodyPr vert="horz" lIns="91440" tIns="45720" rIns="91440" bIns="45720" rtlCol="0" anchor="b">
            <a:noAutofit/>
          </a:bodyPr>
          <a:lstStyle/>
          <a:p>
            <a:pPr latinLnBrk="0"/>
            <a:r>
              <a:rPr lang="en-US" altLang="ko-KR" dirty="0">
                <a:solidFill>
                  <a:srgbClr val="FFFF00"/>
                </a:solidFill>
              </a:rPr>
              <a:t>1.1 Integral wind up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0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4296B5E1-FE73-BA32-42E8-FCF2122B6568}"/>
              </a:ext>
            </a:extLst>
          </p:cNvPr>
          <p:cNvGrpSpPr/>
          <p:nvPr/>
        </p:nvGrpSpPr>
        <p:grpSpPr>
          <a:xfrm>
            <a:off x="2609345" y="936843"/>
            <a:ext cx="6106535" cy="2728601"/>
            <a:chOff x="2609345" y="936843"/>
            <a:chExt cx="6106535" cy="272860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980AD4F-A19F-7863-3197-DC144F965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9345" y="973748"/>
              <a:ext cx="6106535" cy="269169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23B108-8A1E-8568-6D02-794B8B2DE0A9}"/>
                </a:ext>
              </a:extLst>
            </p:cNvPr>
            <p:cNvSpPr txBox="1"/>
            <p:nvPr/>
          </p:nvSpPr>
          <p:spPr>
            <a:xfrm>
              <a:off x="6306949" y="1594921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U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F3C012-5FAA-0339-FCB3-98F624D8CF40}"/>
                </a:ext>
              </a:extLst>
            </p:cNvPr>
            <p:cNvSpPr txBox="1"/>
            <p:nvPr/>
          </p:nvSpPr>
          <p:spPr>
            <a:xfrm>
              <a:off x="5027111" y="936843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U</a:t>
              </a:r>
              <a:r>
                <a:rPr lang="en-US" altLang="ko-KR" baseline="-25000" dirty="0">
                  <a:solidFill>
                    <a:srgbClr val="FF0000"/>
                  </a:solidFill>
                </a:rPr>
                <a:t>P</a:t>
              </a:r>
              <a:endParaRPr lang="ko-KR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2CD2797-9FC6-E3E9-AF78-8E0D17D31E77}"/>
                </a:ext>
              </a:extLst>
            </p:cNvPr>
            <p:cNvSpPr txBox="1"/>
            <p:nvPr/>
          </p:nvSpPr>
          <p:spPr>
            <a:xfrm>
              <a:off x="5738209" y="1563688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U</a:t>
              </a:r>
              <a:r>
                <a:rPr lang="en-US" altLang="ko-KR" baseline="-25000" dirty="0">
                  <a:solidFill>
                    <a:srgbClr val="FF0000"/>
                  </a:solidFill>
                </a:rPr>
                <a:t>I</a:t>
              </a:r>
              <a:endParaRPr lang="ko-KR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C11C735-6D99-6890-6F99-1897DD82C374}"/>
                </a:ext>
              </a:extLst>
            </p:cNvPr>
            <p:cNvSpPr txBox="1"/>
            <p:nvPr/>
          </p:nvSpPr>
          <p:spPr>
            <a:xfrm>
              <a:off x="5775540" y="231959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U</a:t>
              </a:r>
              <a:r>
                <a:rPr lang="en-US" altLang="ko-KR" baseline="-25000" dirty="0">
                  <a:solidFill>
                    <a:srgbClr val="FF0000"/>
                  </a:solidFill>
                </a:rPr>
                <a:t>D</a:t>
              </a:r>
              <a:endParaRPr lang="ko-KR" altLang="en-US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8352A354-A028-D384-C667-72F5F4834236}"/>
              </a:ext>
            </a:extLst>
          </p:cNvPr>
          <p:cNvSpPr txBox="1"/>
          <p:nvPr/>
        </p:nvSpPr>
        <p:spPr>
          <a:xfrm>
            <a:off x="3148386" y="409621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</a:t>
            </a:r>
            <a:r>
              <a:rPr lang="en-US" altLang="ko-KR" baseline="-25000" dirty="0"/>
              <a:t>P</a:t>
            </a:r>
            <a:endParaRPr lang="ko-KR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18779FA-767C-AF4A-5C8E-26992E47CF6B}"/>
                  </a:ext>
                </a:extLst>
              </p:cNvPr>
              <p:cNvSpPr txBox="1"/>
              <p:nvPr/>
            </p:nvSpPr>
            <p:spPr>
              <a:xfrm>
                <a:off x="2743201" y="4562891"/>
                <a:ext cx="6073329" cy="1897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변화하지 않으면 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U</a:t>
                </a:r>
                <a:r>
                  <a:rPr lang="ko-KR" altLang="en-US" sz="1600" dirty="0"/>
                  <a:t>가 </a:t>
                </a:r>
                <a:r>
                  <a:rPr lang="en-US" altLang="ko-KR" sz="1600" dirty="0"/>
                  <a:t>100% </a:t>
                </a:r>
                <a:r>
                  <a:rPr lang="ko-KR" altLang="en-US" sz="1600" dirty="0"/>
                  <a:t>되어도 </a:t>
                </a:r>
                <a:r>
                  <a:rPr lang="en-US" altLang="ko-KR" sz="1600" dirty="0"/>
                  <a:t>e</a:t>
                </a:r>
                <a:r>
                  <a:rPr lang="ko-KR" altLang="en-US" sz="1600" dirty="0"/>
                  <a:t>가 존재하면 </a:t>
                </a:r>
                <a:r>
                  <a:rPr lang="en-US" altLang="ko-KR" sz="1600" dirty="0"/>
                  <a:t>U</a:t>
                </a:r>
                <a:r>
                  <a:rPr lang="en-US" altLang="ko-KR" sz="1600" baseline="-25000" dirty="0"/>
                  <a:t>I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계속 증가</a:t>
                </a:r>
                <a:endParaRPr lang="en-US" altLang="ko-KR" sz="1600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가 </a:t>
                </a:r>
                <a:r>
                  <a:rPr lang="en-US" altLang="ko-KR" sz="1600" dirty="0"/>
                  <a:t>– </a:t>
                </a:r>
                <a:r>
                  <a:rPr lang="ko-KR" altLang="en-US" sz="1600" dirty="0"/>
                  <a:t>되기 시작해도 </a:t>
                </a:r>
                <a:r>
                  <a:rPr lang="en-US" altLang="ko-KR" sz="1600" dirty="0"/>
                  <a:t>U</a:t>
                </a:r>
                <a:r>
                  <a:rPr lang="en-US" altLang="ko-KR" sz="1600" baseline="-25000" dirty="0"/>
                  <a:t>I</a:t>
                </a:r>
                <a:r>
                  <a:rPr lang="ko-KR" altLang="en-US" sz="1600" dirty="0"/>
                  <a:t>로 인해 실제 </a:t>
                </a:r>
                <a:r>
                  <a:rPr lang="en-US" altLang="ko-KR" sz="1600" dirty="0"/>
                  <a:t>U</a:t>
                </a:r>
                <a:r>
                  <a:rPr lang="ko-KR" altLang="en-US" sz="1600" dirty="0"/>
                  <a:t>가 감소하지 않음</a:t>
                </a:r>
                <a:endParaRPr lang="en-US" altLang="ko-KR" sz="1600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따라서 </a:t>
                </a:r>
                <a:r>
                  <a:rPr lang="en-US" altLang="ko-KR" sz="1600" dirty="0"/>
                  <a:t>U</a:t>
                </a:r>
                <a:r>
                  <a:rPr lang="ko-KR" altLang="en-US" sz="1600" dirty="0"/>
                  <a:t>가 상한 또는 하한이 되면 적분하지 않고 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U</a:t>
                </a:r>
                <a:r>
                  <a:rPr lang="en-US" altLang="ko-KR" sz="1600" baseline="-25000" dirty="0">
                    <a:solidFill>
                      <a:schemeClr val="tx1"/>
                    </a:solidFill>
                  </a:rPr>
                  <a:t>I </a:t>
                </a:r>
                <a:r>
                  <a:rPr lang="ko-KR" altLang="en-US" sz="1600" dirty="0"/>
                  <a:t>고정하면</a:t>
                </a:r>
                <a:r>
                  <a:rPr lang="en-US" altLang="ko-KR" sz="1600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 가 변하면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dirty="0"/>
                  <a:t> U</a:t>
                </a:r>
                <a:r>
                  <a:rPr lang="en-US" altLang="ko-KR" sz="1600" baseline="-25000" dirty="0"/>
                  <a:t>D</a:t>
                </a:r>
                <a:r>
                  <a:rPr lang="ko-KR" altLang="en-US" sz="1600" dirty="0"/>
                  <a:t>에 의해 </a:t>
                </a:r>
                <a:r>
                  <a:rPr lang="en-US" altLang="ko-KR" sz="1600" dirty="0"/>
                  <a:t>U</a:t>
                </a:r>
                <a:r>
                  <a:rPr lang="ko-KR" altLang="en-US" sz="1600" dirty="0"/>
                  <a:t>가 바로 변하여 응답속도를 </a:t>
                </a:r>
                <a:r>
                  <a:rPr lang="ko-KR" altLang="en-US" sz="1600" dirty="0" err="1"/>
                  <a:t>높힘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18779FA-767C-AF4A-5C8E-26992E4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4562891"/>
                <a:ext cx="6073329" cy="1897635"/>
              </a:xfrm>
              <a:prstGeom prst="rect">
                <a:avLst/>
              </a:prstGeom>
              <a:blipFill>
                <a:blip r:embed="rId5"/>
                <a:stretch>
                  <a:fillRect l="-402" b="-35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CC6785D7-2FA8-1DC2-78E9-1D8EF5A52B2E}"/>
              </a:ext>
            </a:extLst>
          </p:cNvPr>
          <p:cNvGrpSpPr/>
          <p:nvPr/>
        </p:nvGrpSpPr>
        <p:grpSpPr>
          <a:xfrm>
            <a:off x="2683248" y="3726885"/>
            <a:ext cx="6336836" cy="820893"/>
            <a:chOff x="2683248" y="3726885"/>
            <a:chExt cx="6336836" cy="820893"/>
          </a:xfrm>
        </p:grpSpPr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E8BEA514-96C5-3A27-8896-BB39803F14E5}"/>
                </a:ext>
              </a:extLst>
            </p:cNvPr>
            <p:cNvGrpSpPr/>
            <p:nvPr/>
          </p:nvGrpSpPr>
          <p:grpSpPr>
            <a:xfrm>
              <a:off x="3463148" y="3726885"/>
              <a:ext cx="1547086" cy="393018"/>
              <a:chOff x="7253147" y="1021007"/>
              <a:chExt cx="1547086" cy="393018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CD8AF00-4819-B764-4996-1D5EFA1021FD}"/>
                  </a:ext>
                </a:extLst>
              </p:cNvPr>
              <p:cNvSpPr txBox="1"/>
              <p:nvPr/>
            </p:nvSpPr>
            <p:spPr>
              <a:xfrm>
                <a:off x="7253147" y="1021007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U</a:t>
                </a:r>
                <a:r>
                  <a:rPr lang="en-US" altLang="ko-KR" baseline="-25000" dirty="0"/>
                  <a:t>P</a:t>
                </a:r>
                <a:endParaRPr lang="ko-KR" altLang="en-US" baseline="-25000" dirty="0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CD765868-3B57-43E2-CDEE-D5B3991DF8D7}"/>
                  </a:ext>
                </a:extLst>
              </p:cNvPr>
              <p:cNvSpPr txBox="1"/>
              <p:nvPr/>
            </p:nvSpPr>
            <p:spPr>
              <a:xfrm>
                <a:off x="7596554" y="1032850"/>
                <a:ext cx="629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+ U</a:t>
                </a:r>
                <a:r>
                  <a:rPr lang="en-US" altLang="ko-KR" baseline="-25000" dirty="0"/>
                  <a:t>I</a:t>
                </a:r>
                <a:endParaRPr lang="ko-KR" altLang="en-US" baseline="-25000" dirty="0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F98711D8-EF2B-74BD-F859-89653939AE4D}"/>
                  </a:ext>
                </a:extLst>
              </p:cNvPr>
              <p:cNvSpPr txBox="1"/>
              <p:nvPr/>
            </p:nvSpPr>
            <p:spPr>
              <a:xfrm>
                <a:off x="8043714" y="1044693"/>
                <a:ext cx="756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+ U</a:t>
                </a:r>
                <a:r>
                  <a:rPr lang="en-US" altLang="ko-KR" baseline="-25000" dirty="0"/>
                  <a:t>D</a:t>
                </a:r>
                <a:endParaRPr lang="ko-KR" altLang="en-US" baseline="-25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85D1E9E-2754-2392-BB20-2BB20B9A9B09}"/>
                    </a:ext>
                  </a:extLst>
                </p:cNvPr>
                <p:cNvSpPr txBox="1"/>
                <p:nvPr/>
              </p:nvSpPr>
              <p:spPr>
                <a:xfrm>
                  <a:off x="3435686" y="4084747"/>
                  <a:ext cx="10005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= </a:t>
                  </a:r>
                  <a:r>
                    <a:rPr lang="en-US" altLang="ko-KR" dirty="0" err="1"/>
                    <a:t>Kp</a:t>
                  </a:r>
                  <a:r>
                    <a:rPr lang="en-US" altLang="ko-KR" dirty="0"/>
                    <a:t> * </a:t>
                  </a:r>
                  <a14:m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85D1E9E-2754-2392-BB20-2BB20B9A9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686" y="4084747"/>
                  <a:ext cx="100059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488"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45C44978-A87C-C0F4-EE72-D2BA0CD9CF6E}"/>
                    </a:ext>
                  </a:extLst>
                </p:cNvPr>
                <p:cNvSpPr txBox="1"/>
                <p:nvPr/>
              </p:nvSpPr>
              <p:spPr>
                <a:xfrm>
                  <a:off x="4509493" y="4025904"/>
                  <a:ext cx="1560298" cy="5218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U</a:t>
                  </a:r>
                  <a:r>
                    <a:rPr lang="en-US" altLang="ko-KR" baseline="-25000" dirty="0">
                      <a:solidFill>
                        <a:schemeClr val="tx1"/>
                      </a:solidFill>
                    </a:rPr>
                    <a:t>I</a:t>
                  </a:r>
                  <a:r>
                    <a:rPr lang="en-US" altLang="ko-KR" dirty="0">
                      <a:solidFill>
                        <a:schemeClr val="tx1"/>
                      </a:solidFill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a14:m>
                  <a:endParaRPr lang="ko-KR" altLang="en-US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45C44978-A87C-C0F4-EE72-D2BA0CD9C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9493" y="4025904"/>
                  <a:ext cx="1560298" cy="521874"/>
                </a:xfrm>
                <a:prstGeom prst="rect">
                  <a:avLst/>
                </a:prstGeom>
                <a:blipFill>
                  <a:blip r:embed="rId7"/>
                  <a:stretch>
                    <a:fillRect l="-3516" b="-11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8A2CB494-3E43-D1FA-2185-64714A443C21}"/>
                    </a:ext>
                  </a:extLst>
                </p:cNvPr>
                <p:cNvSpPr txBox="1"/>
                <p:nvPr/>
              </p:nvSpPr>
              <p:spPr>
                <a:xfrm>
                  <a:off x="5973592" y="4013307"/>
                  <a:ext cx="2152581" cy="5085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 U</a:t>
                  </a:r>
                  <a:r>
                    <a:rPr lang="en-US" altLang="ko-KR" baseline="-25000" dirty="0">
                      <a:solidFill>
                        <a:schemeClr val="tx1"/>
                      </a:solidFill>
                    </a:rPr>
                    <a:t>D</a:t>
                  </a:r>
                  <a:r>
                    <a:rPr lang="en-US" altLang="ko-KR" dirty="0">
                      <a:solidFill>
                        <a:schemeClr val="tx1"/>
                      </a:solidFill>
                    </a:rPr>
                    <a:t>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endParaRPr lang="ko-KR" altLang="en-US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8A2CB494-3E43-D1FA-2185-64714A443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3592" y="4013307"/>
                  <a:ext cx="2152581" cy="508537"/>
                </a:xfrm>
                <a:prstGeom prst="rect">
                  <a:avLst/>
                </a:prstGeom>
                <a:blipFill>
                  <a:blip r:embed="rId8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CE4A07FB-B3FA-DC30-B645-C60F1483D4FB}"/>
                </a:ext>
              </a:extLst>
            </p:cNvPr>
            <p:cNvSpPr txBox="1"/>
            <p:nvPr/>
          </p:nvSpPr>
          <p:spPr>
            <a:xfrm>
              <a:off x="2683248" y="3750571"/>
              <a:ext cx="1194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altLang="ko-KR" dirty="0"/>
                <a:t>U = 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CF1754BC-8FB5-06A8-E63E-0A05FB485FFC}"/>
                    </a:ext>
                  </a:extLst>
                </p:cNvPr>
                <p:cNvSpPr txBox="1"/>
                <p:nvPr/>
              </p:nvSpPr>
              <p:spPr>
                <a:xfrm>
                  <a:off x="7881464" y="3761957"/>
                  <a:ext cx="35191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r>
                    <a:rPr lang="en-US" altLang="ko-KR" sz="4000" dirty="0"/>
                    <a:t>  </a:t>
                  </a:r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CF1754BC-8FB5-06A8-E63E-0A05FB485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1464" y="3761957"/>
                  <a:ext cx="351915" cy="707886"/>
                </a:xfrm>
                <a:prstGeom prst="rect">
                  <a:avLst/>
                </a:prstGeom>
                <a:blipFill>
                  <a:blip r:embed="rId9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44CDD34E-4927-73D4-E055-558BC71FD373}"/>
                </a:ext>
              </a:extLst>
            </p:cNvPr>
            <p:cNvSpPr txBox="1"/>
            <p:nvPr/>
          </p:nvSpPr>
          <p:spPr>
            <a:xfrm>
              <a:off x="8352914" y="3972065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식</a:t>
              </a:r>
              <a:r>
                <a:rPr lang="en-US" altLang="ko-KR" dirty="0"/>
                <a:t>(1)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415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D9CD3-BE43-5D85-B351-16FD6C13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1.2 dead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Band</a:t>
            </a:r>
            <a:endParaRPr lang="ko-KR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A4D2B-8A72-AC4F-3979-E72F8D98DB4C}"/>
                  </a:ext>
                </a:extLst>
              </p:cNvPr>
              <p:cNvSpPr txBox="1"/>
              <p:nvPr/>
            </p:nvSpPr>
            <p:spPr>
              <a:xfrm>
                <a:off x="1756064" y="2348345"/>
                <a:ext cx="8857553" cy="1719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미세하게 변하면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도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ko-KR" altLang="en-US" dirty="0" err="1"/>
                  <a:t>따라변하여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주</m:t>
                    </m:r>
                  </m:oMath>
                </a14:m>
                <a:r>
                  <a:rPr lang="ko-KR" altLang="en-US" dirty="0"/>
                  <a:t>변에서 시스템은 계속 민감하게 변화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Actuator</a:t>
                </a:r>
                <a:r>
                  <a:rPr lang="ko-KR" altLang="en-US" dirty="0"/>
                  <a:t>도 계속 미세하게 변화하여 과도한 마모와 고장의 원인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따라서 </a:t>
                </a:r>
                <a:r>
                  <a:rPr lang="en-US" altLang="ko-KR" dirty="0"/>
                  <a:t>dead band</a:t>
                </a:r>
                <a:r>
                  <a:rPr lang="ko-KR" altLang="en-US" dirty="0"/>
                  <a:t>를 주어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𝑑𝑒𝑎𝑑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𝑏𝑎𝑛𝑑</m:t>
                        </m:r>
                      </m:e>
                    </m:d>
                  </m:oMath>
                </a14:m>
                <a:r>
                  <a:rPr lang="ko-KR" altLang="en-US" dirty="0"/>
                  <a:t> 이면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현 상태로 유지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dead band</a:t>
                </a:r>
                <a:r>
                  <a:rPr lang="ko-KR" altLang="en-US" dirty="0"/>
                  <a:t>영역을 벗어나면 </a:t>
                </a:r>
                <a:r>
                  <a:rPr lang="en-US" altLang="ko-KR" dirty="0"/>
                  <a:t>U</a:t>
                </a:r>
                <a:r>
                  <a:rPr lang="ko-KR" altLang="en-US" dirty="0"/>
                  <a:t>를 계산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A4D2B-8A72-AC4F-3979-E72F8D98D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064" y="2348345"/>
                <a:ext cx="8857553" cy="1719766"/>
              </a:xfrm>
              <a:prstGeom prst="rect">
                <a:avLst/>
              </a:prstGeom>
              <a:blipFill>
                <a:blip r:embed="rId3"/>
                <a:stretch>
                  <a:fillRect l="-413" b="-53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56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CFA17-B19E-4805-F992-6E3C8952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1.3 Actuator Limit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1F91B-62C5-BCBF-EAD6-99550B9CFA06}"/>
              </a:ext>
            </a:extLst>
          </p:cNvPr>
          <p:cNvSpPr txBox="1"/>
          <p:nvPr/>
        </p:nvSpPr>
        <p:spPr>
          <a:xfrm>
            <a:off x="1797627" y="2608118"/>
            <a:ext cx="9693679" cy="876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Actuator</a:t>
            </a:r>
            <a:r>
              <a:rPr lang="ko-KR" altLang="en-US" dirty="0"/>
              <a:t>는 유한함으로 실제 </a:t>
            </a:r>
            <a:r>
              <a:rPr lang="en-US" altLang="ko-KR" dirty="0"/>
              <a:t>U</a:t>
            </a:r>
            <a:r>
              <a:rPr lang="ko-KR" altLang="en-US" dirty="0"/>
              <a:t>로 계산 된 값을 모두 출력할 수 없음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따라서 산업적용시에는 </a:t>
            </a:r>
            <a:r>
              <a:rPr lang="en-US" altLang="ko-KR" dirty="0"/>
              <a:t>U</a:t>
            </a:r>
            <a:r>
              <a:rPr lang="ko-KR" altLang="en-US" dirty="0"/>
              <a:t>를 </a:t>
            </a:r>
            <a:r>
              <a:rPr lang="en-US" altLang="ko-KR" dirty="0"/>
              <a:t>Actuator Limit</a:t>
            </a:r>
            <a:r>
              <a:rPr lang="ko-KR" altLang="en-US" dirty="0"/>
              <a:t>에 걸리는지</a:t>
            </a:r>
            <a:r>
              <a:rPr lang="en-US" altLang="ko-KR" dirty="0"/>
              <a:t>, dead band</a:t>
            </a:r>
            <a:r>
              <a:rPr lang="ko-KR" altLang="en-US" dirty="0"/>
              <a:t>내에 있는지 검사하여 출력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06597DB-3945-DBB1-84C9-0827077C3B0B}"/>
              </a:ext>
            </a:extLst>
          </p:cNvPr>
          <p:cNvGrpSpPr/>
          <p:nvPr/>
        </p:nvGrpSpPr>
        <p:grpSpPr>
          <a:xfrm>
            <a:off x="3606800" y="3995991"/>
            <a:ext cx="4684998" cy="876843"/>
            <a:chOff x="2730500" y="3813464"/>
            <a:chExt cx="4684998" cy="87684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73522FB-1334-A906-B9D5-3B39DD9FDC19}"/>
                </a:ext>
              </a:extLst>
            </p:cNvPr>
            <p:cNvSpPr/>
            <p:nvPr/>
          </p:nvSpPr>
          <p:spPr>
            <a:xfrm>
              <a:off x="3823856" y="3813464"/>
              <a:ext cx="2488044" cy="87684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altLang="ko-KR" dirty="0"/>
                <a:t>Upper, Lower Limiter</a:t>
              </a:r>
            </a:p>
            <a:p>
              <a:pPr marL="285750" indent="-285750" algn="just"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altLang="ko-KR" dirty="0"/>
                <a:t>Dead Band</a:t>
              </a: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B56C713B-BB2C-87AC-CBD7-00F9DE6E0591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H="1">
              <a:off x="3823856" y="4223536"/>
              <a:ext cx="83126" cy="28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433314F8-E567-3568-2B32-B6AD04A0A7A5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2730500" y="4251886"/>
              <a:ext cx="1093356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FE0EAE-5707-EC35-80A8-F4107FDDCA09}"/>
                    </a:ext>
                  </a:extLst>
                </p:cNvPr>
                <p:cNvSpPr txBox="1"/>
                <p:nvPr/>
              </p:nvSpPr>
              <p:spPr>
                <a:xfrm>
                  <a:off x="3115114" y="3949198"/>
                  <a:ext cx="512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FE0EAE-5707-EC35-80A8-F4107FDDC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114" y="3949198"/>
                  <a:ext cx="51289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D4FEE2CE-57CA-7B64-BB1F-68230EC7DDB9}"/>
                </a:ext>
              </a:extLst>
            </p:cNvPr>
            <p:cNvCxnSpPr>
              <a:cxnSpLocks/>
            </p:cNvCxnSpPr>
            <p:nvPr/>
          </p:nvCxnSpPr>
          <p:spPr>
            <a:xfrm>
              <a:off x="6322142" y="4251886"/>
              <a:ext cx="1093356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DF67F6F-5737-4A40-7671-B38302D35A96}"/>
                    </a:ext>
                  </a:extLst>
                </p:cNvPr>
                <p:cNvSpPr txBox="1"/>
                <p:nvPr/>
              </p:nvSpPr>
              <p:spPr>
                <a:xfrm>
                  <a:off x="6706756" y="3949198"/>
                  <a:ext cx="4119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DF67F6F-5737-4A40-7671-B38302D35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6756" y="3949198"/>
                  <a:ext cx="41197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E416A5-F7D3-37A8-E154-4FBC2F640CB5}"/>
                  </a:ext>
                </a:extLst>
              </p:cNvPr>
              <p:cNvSpPr txBox="1"/>
              <p:nvPr/>
            </p:nvSpPr>
            <p:spPr>
              <a:xfrm>
                <a:off x="4247862" y="5081177"/>
                <a:ext cx="19497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𝐶𝑎𝑙𝑐𝑢𝑙𝑎𝑡𝑒𝑑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E416A5-F7D3-37A8-E154-4FBC2F640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862" y="5081177"/>
                <a:ext cx="19497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30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A5465-D504-A354-A280-E20ACBFC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66118"/>
            <a:ext cx="9905998" cy="1478570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1.4 Digital PID Control Algorithm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863A8-C947-0EEB-91B9-8513BE8D28CD}"/>
              </a:ext>
            </a:extLst>
          </p:cNvPr>
          <p:cNvSpPr txBox="1"/>
          <p:nvPr/>
        </p:nvSpPr>
        <p:spPr>
          <a:xfrm>
            <a:off x="1282700" y="2311400"/>
            <a:ext cx="9531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컴퓨터로</a:t>
            </a:r>
            <a:r>
              <a:rPr lang="en-US" altLang="ko-KR" dirty="0"/>
              <a:t> PID</a:t>
            </a:r>
            <a:r>
              <a:rPr lang="ko-KR" altLang="en-US" dirty="0"/>
              <a:t>제어기를 구현하기 위하여서는 식</a:t>
            </a:r>
            <a:r>
              <a:rPr lang="en-US" altLang="ko-KR" dirty="0"/>
              <a:t>(1)</a:t>
            </a:r>
            <a:r>
              <a:rPr lang="ko-KR" altLang="en-US" dirty="0"/>
              <a:t>을 디지털 </a:t>
            </a:r>
            <a:r>
              <a:rPr lang="en-US" altLang="ko-KR" dirty="0"/>
              <a:t>PID </a:t>
            </a:r>
            <a:r>
              <a:rPr lang="ko-KR" altLang="en-US" dirty="0" err="1"/>
              <a:t>콘트롤</a:t>
            </a:r>
            <a:r>
              <a:rPr lang="ko-KR" altLang="en-US" dirty="0"/>
              <a:t> 알고리즘으로 변환</a:t>
            </a:r>
            <a:endParaRPr lang="en-US" altLang="ko-KR" dirty="0"/>
          </a:p>
          <a:p>
            <a:pPr>
              <a:buClr>
                <a:srgbClr val="FF0000"/>
              </a:buClr>
            </a:pP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C29D14D-9CDC-4005-7B28-047A186E4462}"/>
              </a:ext>
            </a:extLst>
          </p:cNvPr>
          <p:cNvGrpSpPr/>
          <p:nvPr/>
        </p:nvGrpSpPr>
        <p:grpSpPr>
          <a:xfrm>
            <a:off x="1282700" y="2913996"/>
            <a:ext cx="6336836" cy="820893"/>
            <a:chOff x="2683248" y="3726885"/>
            <a:chExt cx="6336836" cy="82089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6E3C4E1-3865-935C-5826-D47D7408A755}"/>
                </a:ext>
              </a:extLst>
            </p:cNvPr>
            <p:cNvGrpSpPr/>
            <p:nvPr/>
          </p:nvGrpSpPr>
          <p:grpSpPr>
            <a:xfrm>
              <a:off x="3463148" y="3726885"/>
              <a:ext cx="1547086" cy="393018"/>
              <a:chOff x="7253147" y="1021007"/>
              <a:chExt cx="1547086" cy="39301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B67AF6-5E34-FDC8-1B9E-F9B9CBEF9519}"/>
                  </a:ext>
                </a:extLst>
              </p:cNvPr>
              <p:cNvSpPr txBox="1"/>
              <p:nvPr/>
            </p:nvSpPr>
            <p:spPr>
              <a:xfrm>
                <a:off x="7253147" y="1021007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U</a:t>
                </a:r>
                <a:r>
                  <a:rPr lang="en-US" altLang="ko-KR" baseline="-25000" dirty="0"/>
                  <a:t>P</a:t>
                </a:r>
                <a:endParaRPr lang="ko-KR" altLang="en-US" baseline="-250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C61E2C-3667-AAD0-A686-05F423990397}"/>
                  </a:ext>
                </a:extLst>
              </p:cNvPr>
              <p:cNvSpPr txBox="1"/>
              <p:nvPr/>
            </p:nvSpPr>
            <p:spPr>
              <a:xfrm>
                <a:off x="7596554" y="1032850"/>
                <a:ext cx="629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+ U</a:t>
                </a:r>
                <a:r>
                  <a:rPr lang="en-US" altLang="ko-KR" baseline="-25000" dirty="0"/>
                  <a:t>I</a:t>
                </a:r>
                <a:endParaRPr lang="ko-KR" altLang="en-US" baseline="-250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D422A5-B02B-49A0-49E0-9DB2F10F6536}"/>
                  </a:ext>
                </a:extLst>
              </p:cNvPr>
              <p:cNvSpPr txBox="1"/>
              <p:nvPr/>
            </p:nvSpPr>
            <p:spPr>
              <a:xfrm>
                <a:off x="8043714" y="1044693"/>
                <a:ext cx="756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+ U</a:t>
                </a:r>
                <a:r>
                  <a:rPr lang="en-US" altLang="ko-KR" baseline="-25000" dirty="0"/>
                  <a:t>D</a:t>
                </a:r>
                <a:endParaRPr lang="ko-KR" altLang="en-US" baseline="-25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C6AFAA-9187-2073-5F43-488019334DA9}"/>
                    </a:ext>
                  </a:extLst>
                </p:cNvPr>
                <p:cNvSpPr txBox="1"/>
                <p:nvPr/>
              </p:nvSpPr>
              <p:spPr>
                <a:xfrm>
                  <a:off x="3435686" y="4084747"/>
                  <a:ext cx="10005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= </a:t>
                  </a:r>
                  <a:r>
                    <a:rPr lang="en-US" altLang="ko-KR" dirty="0" err="1"/>
                    <a:t>Kp</a:t>
                  </a:r>
                  <a:r>
                    <a:rPr lang="en-US" altLang="ko-KR" dirty="0"/>
                    <a:t> * </a:t>
                  </a:r>
                  <a14:m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C6AFAA-9187-2073-5F43-488019334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686" y="4084747"/>
                  <a:ext cx="100059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5488"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E93E65-64DE-F0CF-C219-E18AC4602935}"/>
                    </a:ext>
                  </a:extLst>
                </p:cNvPr>
                <p:cNvSpPr txBox="1"/>
                <p:nvPr/>
              </p:nvSpPr>
              <p:spPr>
                <a:xfrm>
                  <a:off x="4509493" y="4025904"/>
                  <a:ext cx="1560298" cy="5218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U</a:t>
                  </a:r>
                  <a:r>
                    <a:rPr lang="en-US" altLang="ko-KR" baseline="-25000" dirty="0">
                      <a:solidFill>
                        <a:schemeClr val="tx1"/>
                      </a:solidFill>
                    </a:rPr>
                    <a:t>I</a:t>
                  </a:r>
                  <a:r>
                    <a:rPr lang="en-US" altLang="ko-KR" dirty="0">
                      <a:solidFill>
                        <a:schemeClr val="tx1"/>
                      </a:solidFill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a14:m>
                  <a:endParaRPr lang="ko-KR" altLang="en-US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E93E65-64DE-F0CF-C219-E18AC4602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9493" y="4025904"/>
                  <a:ext cx="1560298" cy="521874"/>
                </a:xfrm>
                <a:prstGeom prst="rect">
                  <a:avLst/>
                </a:prstGeom>
                <a:blipFill>
                  <a:blip r:embed="rId4"/>
                  <a:stretch>
                    <a:fillRect l="-3516" b="-11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E4278F7-E3F2-B25A-C230-E69B863E44FF}"/>
                    </a:ext>
                  </a:extLst>
                </p:cNvPr>
                <p:cNvSpPr txBox="1"/>
                <p:nvPr/>
              </p:nvSpPr>
              <p:spPr>
                <a:xfrm>
                  <a:off x="5973592" y="4013307"/>
                  <a:ext cx="2152581" cy="5085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 U</a:t>
                  </a:r>
                  <a:r>
                    <a:rPr lang="en-US" altLang="ko-KR" baseline="-25000" dirty="0">
                      <a:solidFill>
                        <a:schemeClr val="tx1"/>
                      </a:solidFill>
                    </a:rPr>
                    <a:t>D</a:t>
                  </a:r>
                  <a:r>
                    <a:rPr lang="en-US" altLang="ko-KR" dirty="0">
                      <a:solidFill>
                        <a:schemeClr val="tx1"/>
                      </a:solidFill>
                    </a:rPr>
                    <a:t>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f>
                        <m:f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endParaRPr lang="ko-KR" altLang="en-US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E4278F7-E3F2-B25A-C230-E69B863E44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3592" y="4013307"/>
                  <a:ext cx="2152581" cy="508537"/>
                </a:xfrm>
                <a:prstGeom prst="rect">
                  <a:avLst/>
                </a:prstGeom>
                <a:blipFill>
                  <a:blip r:embed="rId5"/>
                  <a:stretch>
                    <a:fillRect b="-48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B92559-1232-B608-D478-23F43C268CCC}"/>
                </a:ext>
              </a:extLst>
            </p:cNvPr>
            <p:cNvSpPr txBox="1"/>
            <p:nvPr/>
          </p:nvSpPr>
          <p:spPr>
            <a:xfrm>
              <a:off x="2683248" y="3750571"/>
              <a:ext cx="1194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altLang="ko-KR" dirty="0"/>
                <a:t>U = 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B0F0570-D321-BF25-7BBA-B537B4A18ADD}"/>
                    </a:ext>
                  </a:extLst>
                </p:cNvPr>
                <p:cNvSpPr txBox="1"/>
                <p:nvPr/>
              </p:nvSpPr>
              <p:spPr>
                <a:xfrm>
                  <a:off x="7881464" y="3761957"/>
                  <a:ext cx="35191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ko-KR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r>
                    <a:rPr lang="en-US" altLang="ko-KR" sz="4000" dirty="0"/>
                    <a:t>  </a:t>
                  </a:r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B0F0570-D321-BF25-7BBA-B537B4A18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1464" y="3761957"/>
                  <a:ext cx="351915" cy="707886"/>
                </a:xfrm>
                <a:prstGeom prst="rect">
                  <a:avLst/>
                </a:prstGeom>
                <a:blipFill>
                  <a:blip r:embed="rId6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D7E1D8-144B-7F06-FB19-FFDCDE1FD021}"/>
                </a:ext>
              </a:extLst>
            </p:cNvPr>
            <p:cNvSpPr txBox="1"/>
            <p:nvPr/>
          </p:nvSpPr>
          <p:spPr>
            <a:xfrm>
              <a:off x="8352914" y="3972065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식</a:t>
              </a:r>
              <a:r>
                <a:rPr lang="en-US" altLang="ko-KR" dirty="0"/>
                <a:t>(1)</a:t>
              </a:r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5EAFBB-727D-6DF8-4C2E-A6F77B02D910}"/>
                  </a:ext>
                </a:extLst>
              </p:cNvPr>
              <p:cNvSpPr txBox="1"/>
              <p:nvPr/>
            </p:nvSpPr>
            <p:spPr>
              <a:xfrm>
                <a:off x="1879842" y="4127500"/>
                <a:ext cx="7842853" cy="2258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  :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위</m:t>
                    </m:r>
                  </m:oMath>
                </a14:m>
                <a:r>
                  <a:rPr lang="ko-KR" altLang="en-US" dirty="0"/>
                  <a:t>치형  식</a:t>
                </a:r>
                <a:r>
                  <a:rPr lang="en-US" altLang="ko-KR" dirty="0"/>
                  <a:t>(2)</a:t>
                </a:r>
              </a:p>
              <a:p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)+ 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−2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ko-KR" b="0" dirty="0"/>
                  <a:t>   : </a:t>
                </a:r>
                <a:r>
                  <a:rPr lang="ko-KR" altLang="en-US" b="0" dirty="0"/>
                  <a:t>속도형  식</a:t>
                </a:r>
                <a:r>
                  <a:rPr lang="en-US" altLang="ko-KR" b="0" dirty="0"/>
                  <a:t>(3)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b="0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      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샘</m:t>
                    </m:r>
                  </m:oMath>
                </a14:m>
                <a:r>
                  <a:rPr lang="ko-KR" altLang="en-US" dirty="0"/>
                  <a:t>플링타임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5EAFBB-727D-6DF8-4C2E-A6F77B02D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842" y="4127500"/>
                <a:ext cx="7842853" cy="2258695"/>
              </a:xfrm>
              <a:prstGeom prst="rect">
                <a:avLst/>
              </a:prstGeom>
              <a:blipFill>
                <a:blip r:embed="rId7"/>
                <a:stretch>
                  <a:fillRect l="-466" t="-16442" b="-29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06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F659B-6FD7-4C24-376D-4A423A70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1.5 Auto/manual changeover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0280C-E7EE-4ED8-31FE-E20D513219C1}"/>
              </a:ext>
            </a:extLst>
          </p:cNvPr>
          <p:cNvSpPr txBox="1"/>
          <p:nvPr/>
        </p:nvSpPr>
        <p:spPr>
          <a:xfrm>
            <a:off x="1346200" y="2209800"/>
            <a:ext cx="9071714" cy="876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자동 운영 중 또는 수동 운영 중 다른 운영 모드로 변환 시 충격이 없어야 함 </a:t>
            </a:r>
            <a:r>
              <a:rPr lang="en-US" altLang="ko-KR" dirty="0"/>
              <a:t>(</a:t>
            </a:r>
            <a:r>
              <a:rPr lang="en-US" altLang="ko-KR" dirty="0" err="1"/>
              <a:t>Bumpless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두 운용 시 제어 출력 값은 항시 서로 추종하도록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9054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5E4B4C-6042-8F83-8284-C5A19DC7F71D}"/>
                  </a:ext>
                </a:extLst>
              </p:cNvPr>
              <p:cNvSpPr txBox="1"/>
              <p:nvPr/>
            </p:nvSpPr>
            <p:spPr>
              <a:xfrm>
                <a:off x="2159000" y="2273300"/>
                <a:ext cx="8965660" cy="2772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위치형은 잘못되는 경우 </a:t>
                </a:r>
                <a:r>
                  <a:rPr lang="en-US" altLang="ko-KR" dirty="0"/>
                  <a:t>actuator</a:t>
                </a:r>
                <a:r>
                  <a:rPr lang="ko-KR" altLang="en-US" dirty="0"/>
                  <a:t>의 과도한 움직임이 있어 사용에 주의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속도형은 한 번 잘못되어도 다음 샘플링 타임 때 계산 값을 사용하여 유연한 움직임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따라서 속도형이 많이 사용되고 있음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 위치형의 경우는 큰 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적분 값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을 프로세서가 가지고 있는 단점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속도형은  이전 오차 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ko-KR" altLang="en-US" dirty="0"/>
                  <a:t> 현재 오차 값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만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가지고 있으면 됨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위치형은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이득 변화</a:t>
                </a:r>
                <a:r>
                  <a:rPr lang="en-US" altLang="ko-KR" dirty="0"/>
                  <a:t>, Upper/Lower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Limiter</a:t>
                </a:r>
                <a:r>
                  <a:rPr lang="ko-KR" altLang="en-US" dirty="0"/>
                  <a:t> 시 </a:t>
                </a:r>
                <a:r>
                  <a:rPr lang="en-US" altLang="ko-KR" dirty="0"/>
                  <a:t>U</a:t>
                </a:r>
                <a:r>
                  <a:rPr lang="ko-KR" altLang="en-US" dirty="0"/>
                  <a:t>값이 돌변하나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속도형은 완만하게 변함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5E4B4C-6042-8F83-8284-C5A19DC7F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273300"/>
                <a:ext cx="8965660" cy="2772939"/>
              </a:xfrm>
              <a:prstGeom prst="rect">
                <a:avLst/>
              </a:prstGeom>
              <a:blipFill>
                <a:blip r:embed="rId3"/>
                <a:stretch>
                  <a:fillRect l="-408" b="-2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BB18FE-D0EE-0837-C2C3-BA9207AD4DC5}"/>
              </a:ext>
            </a:extLst>
          </p:cNvPr>
          <p:cNvSpPr txBox="1"/>
          <p:nvPr/>
        </p:nvSpPr>
        <p:spPr>
          <a:xfrm>
            <a:off x="1689100" y="1143000"/>
            <a:ext cx="4028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ko-KR" altLang="en-US" sz="2400" dirty="0">
                <a:solidFill>
                  <a:srgbClr val="002060"/>
                </a:solidFill>
              </a:rPr>
              <a:t>위치형과 속도형의 장단점</a:t>
            </a:r>
          </a:p>
        </p:txBody>
      </p:sp>
    </p:spTree>
    <p:extLst>
      <p:ext uri="{BB962C8B-B14F-4D97-AF65-F5344CB8AC3E}">
        <p14:creationId xmlns:p14="http://schemas.microsoft.com/office/powerpoint/2010/main" val="147032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FCC53C7B-BAC2-EE6D-679A-B8E4EB57B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79973"/>
              </p:ext>
            </p:extLst>
          </p:nvPr>
        </p:nvGraphicFramePr>
        <p:xfrm>
          <a:off x="2032000" y="1303866"/>
          <a:ext cx="8127999" cy="369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435">
                  <a:extLst>
                    <a:ext uri="{9D8B030D-6E8A-4147-A177-3AD203B41FA5}">
                      <a16:colId xmlns:a16="http://schemas.microsoft.com/office/drawing/2014/main" val="994032358"/>
                    </a:ext>
                  </a:extLst>
                </a:gridCol>
                <a:gridCol w="2805782">
                  <a:extLst>
                    <a:ext uri="{9D8B030D-6E8A-4147-A177-3AD203B41FA5}">
                      <a16:colId xmlns:a16="http://schemas.microsoft.com/office/drawing/2014/main" val="2184589443"/>
                    </a:ext>
                  </a:extLst>
                </a:gridCol>
                <a:gridCol w="2805782">
                  <a:extLst>
                    <a:ext uri="{9D8B030D-6E8A-4147-A177-3AD203B41FA5}">
                      <a16:colId xmlns:a16="http://schemas.microsoft.com/office/drawing/2014/main" val="3630685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위치형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속도형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303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기본동작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비례동작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적분동작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34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비례만의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불가능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40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적분만의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56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 </a:t>
                      </a:r>
                      <a:r>
                        <a:rPr lang="ko-KR" altLang="en-US" dirty="0"/>
                        <a:t>미분동작의 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00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 </a:t>
                      </a: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</a:t>
                      </a:r>
                      <a:r>
                        <a:rPr lang="en-US" altLang="ko-KR" dirty="0" err="1"/>
                        <a:t>bumpless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연구필요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용이함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67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 Integral Wind up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연구필요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용이함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90757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 </a:t>
                      </a:r>
                      <a:r>
                        <a:rPr lang="ko-KR" altLang="en-US" dirty="0"/>
                        <a:t>복합연산제어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연구필요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용이함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62689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 </a:t>
                      </a:r>
                      <a:r>
                        <a:rPr lang="ko-KR" altLang="en-US" dirty="0"/>
                        <a:t>이득변경시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돌변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완만하게 변화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522990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9. </a:t>
                      </a:r>
                      <a:r>
                        <a:rPr lang="en-US" altLang="ko-KR" dirty="0" err="1"/>
                        <a:t>Limitter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돌변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완만하게 변화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52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427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22893-A7C8-F171-2D95-55BB7181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2. Fuzzy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Control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System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18A4E-F9BE-34C0-2097-DECB21011DD3}"/>
              </a:ext>
            </a:extLst>
          </p:cNvPr>
          <p:cNvSpPr txBox="1"/>
          <p:nvPr/>
        </p:nvSpPr>
        <p:spPr>
          <a:xfrm>
            <a:off x="1892300" y="2438400"/>
            <a:ext cx="2736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2.1 Fuzzy Control Algorithm</a:t>
            </a:r>
          </a:p>
          <a:p>
            <a:r>
              <a:rPr lang="en-US" altLang="ko-KR" dirty="0"/>
              <a:t>2.2 Fuzzy PD and Fuzzy PI </a:t>
            </a:r>
          </a:p>
          <a:p>
            <a:r>
              <a:rPr lang="en-US" altLang="ko-KR" dirty="0"/>
              <a:t>2.3 Control rule</a:t>
            </a:r>
          </a:p>
          <a:p>
            <a:r>
              <a:rPr lang="en-US" altLang="ko-KR" dirty="0"/>
              <a:t>2.4 autopilot system </a:t>
            </a:r>
            <a:r>
              <a:rPr lang="ko-KR" altLang="en-US" dirty="0"/>
              <a:t>적용</a:t>
            </a:r>
            <a:endParaRPr lang="en-US" altLang="ko-KR" dirty="0"/>
          </a:p>
          <a:p>
            <a:r>
              <a:rPr lang="en-US" altLang="ko-KR" dirty="0"/>
              <a:t>2.5 Examples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65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9FBB2-A402-B822-00FE-67EEBA75E5B0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74038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FFFF00"/>
                </a:solidFill>
              </a:rPr>
              <a:t>2.1 Fuzzy control Algorithm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3A4753-1075-539A-693C-B238D8C77BDF}"/>
              </a:ext>
            </a:extLst>
          </p:cNvPr>
          <p:cNvGrpSpPr/>
          <p:nvPr/>
        </p:nvGrpSpPr>
        <p:grpSpPr>
          <a:xfrm>
            <a:off x="1371600" y="1663700"/>
            <a:ext cx="1905000" cy="1219200"/>
            <a:chOff x="1371600" y="1663700"/>
            <a:chExt cx="1905000" cy="121920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B118B8FE-39A7-0532-2154-7C11765BAFBF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0C2C661-AC03-D577-9E7E-16A29D1D0E68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C8FE29A-C9A8-F39A-7EE1-B47CBBA845EA}"/>
              </a:ext>
            </a:extLst>
          </p:cNvPr>
          <p:cNvGrpSpPr/>
          <p:nvPr/>
        </p:nvGrpSpPr>
        <p:grpSpPr>
          <a:xfrm>
            <a:off x="4838700" y="1663700"/>
            <a:ext cx="1905000" cy="1219200"/>
            <a:chOff x="1371600" y="1663700"/>
            <a:chExt cx="1905000" cy="121920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3289C40-F461-093B-CAD6-52FB5CA5EDB5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0C798D2-F633-5D14-43F2-0D52D38B32FA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2545A25-D06A-6552-76E9-F4629188D82F}"/>
              </a:ext>
            </a:extLst>
          </p:cNvPr>
          <p:cNvSpPr txBox="1"/>
          <p:nvPr/>
        </p:nvSpPr>
        <p:spPr>
          <a:xfrm flipH="1">
            <a:off x="946152" y="1358900"/>
            <a:ext cx="85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규칙</a:t>
            </a:r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91B26C-DFAF-A3B4-B71E-129256B12050}"/>
              </a:ext>
            </a:extLst>
          </p:cNvPr>
          <p:cNvCxnSpPr>
            <a:cxnSpLocks/>
          </p:cNvCxnSpPr>
          <p:nvPr/>
        </p:nvCxnSpPr>
        <p:spPr>
          <a:xfrm>
            <a:off x="1371599" y="1930400"/>
            <a:ext cx="4254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B1B9D6-127D-494D-941E-EF9680CF38BD}"/>
              </a:ext>
            </a:extLst>
          </p:cNvPr>
          <p:cNvCxnSpPr>
            <a:cxnSpLocks/>
          </p:cNvCxnSpPr>
          <p:nvPr/>
        </p:nvCxnSpPr>
        <p:spPr>
          <a:xfrm>
            <a:off x="1797047" y="1917700"/>
            <a:ext cx="542923" cy="95408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14F4182-249F-93D6-A938-22D88D794DF3}"/>
              </a:ext>
            </a:extLst>
          </p:cNvPr>
          <p:cNvCxnSpPr/>
          <p:nvPr/>
        </p:nvCxnSpPr>
        <p:spPr>
          <a:xfrm>
            <a:off x="4851400" y="1930400"/>
            <a:ext cx="304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4159FB2-0F4E-1787-F1F8-E4E03F092887}"/>
              </a:ext>
            </a:extLst>
          </p:cNvPr>
          <p:cNvCxnSpPr/>
          <p:nvPr/>
        </p:nvCxnSpPr>
        <p:spPr>
          <a:xfrm>
            <a:off x="5130800" y="1930400"/>
            <a:ext cx="1308100" cy="939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362769C-547F-39D7-2ADB-CB40D7E6580B}"/>
              </a:ext>
            </a:extLst>
          </p:cNvPr>
          <p:cNvGrpSpPr/>
          <p:nvPr/>
        </p:nvGrpSpPr>
        <p:grpSpPr>
          <a:xfrm>
            <a:off x="1384300" y="3365501"/>
            <a:ext cx="1905000" cy="1219200"/>
            <a:chOff x="1371600" y="1663700"/>
            <a:chExt cx="1905000" cy="1219200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908EB3D-88F5-B92D-F44A-13B04E7B2186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E95B83B-9421-E589-C11C-E751D30D36B9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FED5798-B81C-CF80-2505-27BC557FE5C2}"/>
              </a:ext>
            </a:extLst>
          </p:cNvPr>
          <p:cNvGrpSpPr/>
          <p:nvPr/>
        </p:nvGrpSpPr>
        <p:grpSpPr>
          <a:xfrm>
            <a:off x="4851400" y="3365501"/>
            <a:ext cx="1905000" cy="1219200"/>
            <a:chOff x="1371600" y="1663700"/>
            <a:chExt cx="1905000" cy="1219200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6DDA468-1801-E28F-2F00-BFFBE4C5BD89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E0520E0E-652E-4A19-7D47-5C5BC76510BB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8322C95-4686-9B20-8C69-1367839374AA}"/>
              </a:ext>
            </a:extLst>
          </p:cNvPr>
          <p:cNvSpPr txBox="1"/>
          <p:nvPr/>
        </p:nvSpPr>
        <p:spPr>
          <a:xfrm flipH="1">
            <a:off x="971552" y="3014702"/>
            <a:ext cx="85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규칙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0928B79-0462-E819-0A80-8B7D53686A94}"/>
              </a:ext>
            </a:extLst>
          </p:cNvPr>
          <p:cNvCxnSpPr/>
          <p:nvPr/>
        </p:nvCxnSpPr>
        <p:spPr>
          <a:xfrm flipV="1">
            <a:off x="1797047" y="3619502"/>
            <a:ext cx="742953" cy="9397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42F5DE8-6F2B-8EEF-FD7F-1D3413DC70A4}"/>
              </a:ext>
            </a:extLst>
          </p:cNvPr>
          <p:cNvCxnSpPr/>
          <p:nvPr/>
        </p:nvCxnSpPr>
        <p:spPr>
          <a:xfrm>
            <a:off x="2540000" y="3632201"/>
            <a:ext cx="558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CC2848-696A-DE9A-D99C-277A9E071197}"/>
              </a:ext>
            </a:extLst>
          </p:cNvPr>
          <p:cNvCxnSpPr/>
          <p:nvPr/>
        </p:nvCxnSpPr>
        <p:spPr>
          <a:xfrm flipV="1">
            <a:off x="5194300" y="3473967"/>
            <a:ext cx="1257300" cy="11107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F67492B-3E4E-06AB-2E18-D673310D2F56}"/>
              </a:ext>
            </a:extLst>
          </p:cNvPr>
          <p:cNvCxnSpPr/>
          <p:nvPr/>
        </p:nvCxnSpPr>
        <p:spPr>
          <a:xfrm flipV="1">
            <a:off x="6438900" y="3454400"/>
            <a:ext cx="419100" cy="127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285E362-53AC-D394-D5C7-0A87E0C8F43D}"/>
              </a:ext>
            </a:extLst>
          </p:cNvPr>
          <p:cNvCxnSpPr/>
          <p:nvPr/>
        </p:nvCxnSpPr>
        <p:spPr>
          <a:xfrm>
            <a:off x="2168523" y="2393950"/>
            <a:ext cx="0" cy="21780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063F97-A167-4CA6-BA1F-C62C8FA0C493}"/>
                  </a:ext>
                </a:extLst>
              </p:cNvPr>
              <p:cNvSpPr txBox="1"/>
              <p:nvPr/>
            </p:nvSpPr>
            <p:spPr>
              <a:xfrm>
                <a:off x="1939396" y="4465421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063F97-A167-4CA6-BA1F-C62C8FA0C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396" y="4465421"/>
                <a:ext cx="4773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704631-9A10-33AB-B859-FFDF804B1DC3}"/>
                  </a:ext>
                </a:extLst>
              </p:cNvPr>
              <p:cNvSpPr txBox="1"/>
              <p:nvPr/>
            </p:nvSpPr>
            <p:spPr>
              <a:xfrm>
                <a:off x="5482695" y="4502151"/>
                <a:ext cx="478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704631-9A10-33AB-B859-FFDF804B1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695" y="4502151"/>
                <a:ext cx="47897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3AEF291-0AB5-89F9-B5B8-9DEBFED9910A}"/>
              </a:ext>
            </a:extLst>
          </p:cNvPr>
          <p:cNvCxnSpPr>
            <a:cxnSpLocks/>
          </p:cNvCxnSpPr>
          <p:nvPr/>
        </p:nvCxnSpPr>
        <p:spPr>
          <a:xfrm flipV="1">
            <a:off x="5633284" y="2355849"/>
            <a:ext cx="24149" cy="2159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41349F2-FA9E-3B6E-E817-8AE69BF04601}"/>
              </a:ext>
            </a:extLst>
          </p:cNvPr>
          <p:cNvCxnSpPr>
            <a:cxnSpLocks/>
          </p:cNvCxnSpPr>
          <p:nvPr/>
        </p:nvCxnSpPr>
        <p:spPr>
          <a:xfrm>
            <a:off x="1371599" y="2590800"/>
            <a:ext cx="8953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8EC6B13-C7B4-076E-4D4B-86640AD6DD6C}"/>
              </a:ext>
            </a:extLst>
          </p:cNvPr>
          <p:cNvCxnSpPr>
            <a:cxnSpLocks/>
          </p:cNvCxnSpPr>
          <p:nvPr/>
        </p:nvCxnSpPr>
        <p:spPr>
          <a:xfrm>
            <a:off x="2032000" y="2273300"/>
            <a:ext cx="8293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126813C-02A8-6A0D-D592-FD39D6C6A587}"/>
                  </a:ext>
                </a:extLst>
              </p:cNvPr>
              <p:cNvSpPr txBox="1"/>
              <p:nvPr/>
            </p:nvSpPr>
            <p:spPr>
              <a:xfrm flipH="1">
                <a:off x="1327155" y="242278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126813C-02A8-6A0D-D592-FD39D6C6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7155" y="2422783"/>
                <a:ext cx="593185" cy="376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63ECE7-5416-4947-D2E9-E2E866D1CCDE}"/>
                  </a:ext>
                </a:extLst>
              </p:cNvPr>
              <p:cNvSpPr txBox="1"/>
              <p:nvPr/>
            </p:nvSpPr>
            <p:spPr>
              <a:xfrm flipH="1">
                <a:off x="4928138" y="238708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63ECE7-5416-4947-D2E9-E2E866D1C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28138" y="2387084"/>
                <a:ext cx="593185" cy="376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B285631-E77A-ACB8-B423-5D0DF16E905A}"/>
                  </a:ext>
                </a:extLst>
              </p:cNvPr>
              <p:cNvSpPr txBox="1"/>
              <p:nvPr/>
            </p:nvSpPr>
            <p:spPr>
              <a:xfrm flipH="1">
                <a:off x="2408507" y="371282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B285631-E77A-ACB8-B423-5D0DF16E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08507" y="3712823"/>
                <a:ext cx="593185" cy="3765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0159F08-19AE-3D62-A16F-EBAD1E8A0CA7}"/>
                  </a:ext>
                </a:extLst>
              </p:cNvPr>
              <p:cNvSpPr txBox="1"/>
              <p:nvPr/>
            </p:nvSpPr>
            <p:spPr>
              <a:xfrm flipH="1">
                <a:off x="6091923" y="3674721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0159F08-19AE-3D62-A16F-EBAD1E8A0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91923" y="3674721"/>
                <a:ext cx="593185" cy="3765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7166500-BC0E-72A3-0B6D-17C1BE3412E4}"/>
              </a:ext>
            </a:extLst>
          </p:cNvPr>
          <p:cNvCxnSpPr>
            <a:cxnSpLocks/>
          </p:cNvCxnSpPr>
          <p:nvPr/>
        </p:nvCxnSpPr>
        <p:spPr>
          <a:xfrm>
            <a:off x="2057400" y="4051299"/>
            <a:ext cx="8280400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E5CBAA4-1C08-9C1A-2041-F05B6ACAFB0F}"/>
              </a:ext>
            </a:extLst>
          </p:cNvPr>
          <p:cNvCxnSpPr>
            <a:cxnSpLocks/>
          </p:cNvCxnSpPr>
          <p:nvPr/>
        </p:nvCxnSpPr>
        <p:spPr>
          <a:xfrm>
            <a:off x="2336800" y="4188788"/>
            <a:ext cx="8001000" cy="13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7B02504-450E-7421-E22D-9C4A779FA743}"/>
                  </a:ext>
                </a:extLst>
              </p:cNvPr>
              <p:cNvSpPr txBox="1"/>
              <p:nvPr/>
            </p:nvSpPr>
            <p:spPr>
              <a:xfrm>
                <a:off x="2248429" y="2316203"/>
                <a:ext cx="513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7B02504-450E-7421-E22D-9C4A779FA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429" y="2316203"/>
                <a:ext cx="513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6F06454-E6EB-06B9-9D29-239AD1A11E8C}"/>
                  </a:ext>
                </a:extLst>
              </p:cNvPr>
              <p:cNvSpPr txBox="1"/>
              <p:nvPr/>
            </p:nvSpPr>
            <p:spPr>
              <a:xfrm>
                <a:off x="5544726" y="4080836"/>
                <a:ext cx="518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6F06454-E6EB-06B9-9D29-239AD1A11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726" y="4080836"/>
                <a:ext cx="51834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그룹 59">
            <a:extLst>
              <a:ext uri="{FF2B5EF4-FFF2-40B4-BE49-F238E27FC236}">
                <a16:creationId xmlns:a16="http://schemas.microsoft.com/office/drawing/2014/main" id="{C28A5C3E-7669-785C-64C9-2B911432D3A0}"/>
              </a:ext>
            </a:extLst>
          </p:cNvPr>
          <p:cNvGrpSpPr/>
          <p:nvPr/>
        </p:nvGrpSpPr>
        <p:grpSpPr>
          <a:xfrm>
            <a:off x="8255000" y="1651000"/>
            <a:ext cx="1905000" cy="1219200"/>
            <a:chOff x="1371600" y="1663700"/>
            <a:chExt cx="1905000" cy="1219200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A0A3DC03-FE1A-BD2D-AF7C-18666402DAC5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136CB1A5-1182-B212-81B3-B2AC6F97F29D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A5D9DFC4-B408-4B32-3AD3-EB88AA747103}"/>
              </a:ext>
            </a:extLst>
          </p:cNvPr>
          <p:cNvGrpSpPr/>
          <p:nvPr/>
        </p:nvGrpSpPr>
        <p:grpSpPr>
          <a:xfrm>
            <a:off x="8267700" y="3327399"/>
            <a:ext cx="2413000" cy="1219200"/>
            <a:chOff x="8267700" y="3327399"/>
            <a:chExt cx="2413000" cy="1219200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B07FCC59-A395-4FD5-F07C-0B61615044A5}"/>
                </a:ext>
              </a:extLst>
            </p:cNvPr>
            <p:cNvCxnSpPr/>
            <p:nvPr/>
          </p:nvCxnSpPr>
          <p:spPr>
            <a:xfrm>
              <a:off x="8280400" y="3327399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DF3E8C66-7890-4470-9158-BA25AFF4A0B1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4533899"/>
              <a:ext cx="2413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D71250D-E5A2-D73F-0C34-83B92EC80293}"/>
              </a:ext>
            </a:extLst>
          </p:cNvPr>
          <p:cNvGrpSpPr/>
          <p:nvPr/>
        </p:nvGrpSpPr>
        <p:grpSpPr>
          <a:xfrm>
            <a:off x="8267700" y="4771956"/>
            <a:ext cx="2959100" cy="1219200"/>
            <a:chOff x="8267700" y="4771956"/>
            <a:chExt cx="2959100" cy="1219200"/>
          </a:xfrm>
        </p:grpSpPr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B487686-B718-B187-37F1-39D389D81381}"/>
                </a:ext>
              </a:extLst>
            </p:cNvPr>
            <p:cNvCxnSpPr>
              <a:cxnSpLocks/>
            </p:cNvCxnSpPr>
            <p:nvPr/>
          </p:nvCxnSpPr>
          <p:spPr>
            <a:xfrm>
              <a:off x="8280400" y="4771956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51BF22A-E422-9EF1-F058-693C7779D02E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5978456"/>
              <a:ext cx="29591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0D0A881-B982-9078-498F-5855CCA3EA24}"/>
              </a:ext>
            </a:extLst>
          </p:cNvPr>
          <p:cNvCxnSpPr/>
          <p:nvPr/>
        </p:nvCxnSpPr>
        <p:spPr>
          <a:xfrm flipV="1">
            <a:off x="8480427" y="1917700"/>
            <a:ext cx="469900" cy="939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2003477-71D9-9283-5BEF-35820A7EFC54}"/>
              </a:ext>
            </a:extLst>
          </p:cNvPr>
          <p:cNvCxnSpPr/>
          <p:nvPr/>
        </p:nvCxnSpPr>
        <p:spPr>
          <a:xfrm>
            <a:off x="8966200" y="1930400"/>
            <a:ext cx="1044577" cy="9350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039806E-05DD-7D94-A02D-A8947081FEC0}"/>
              </a:ext>
            </a:extLst>
          </p:cNvPr>
          <p:cNvCxnSpPr/>
          <p:nvPr/>
        </p:nvCxnSpPr>
        <p:spPr>
          <a:xfrm flipV="1">
            <a:off x="9232108" y="3502320"/>
            <a:ext cx="726487" cy="10569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51EE963-18AA-9B6A-191A-3C0D1DAC8642}"/>
              </a:ext>
            </a:extLst>
          </p:cNvPr>
          <p:cNvCxnSpPr>
            <a:cxnSpLocks/>
          </p:cNvCxnSpPr>
          <p:nvPr/>
        </p:nvCxnSpPr>
        <p:spPr>
          <a:xfrm>
            <a:off x="9971383" y="3482975"/>
            <a:ext cx="353717" cy="10244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4EB9B7D-7944-0656-64AF-F9ED7DD180ED}"/>
              </a:ext>
            </a:extLst>
          </p:cNvPr>
          <p:cNvSpPr txBox="1"/>
          <p:nvPr/>
        </p:nvSpPr>
        <p:spPr>
          <a:xfrm flipH="1">
            <a:off x="5924548" y="1791811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6C84E9-4C05-F1B4-F55D-783E45F61B2A}"/>
              </a:ext>
            </a:extLst>
          </p:cNvPr>
          <p:cNvSpPr txBox="1"/>
          <p:nvPr/>
        </p:nvSpPr>
        <p:spPr>
          <a:xfrm flipH="1">
            <a:off x="6573611" y="3418513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1E4857A-2C37-D7AB-F37D-547F13D130AF}"/>
              </a:ext>
            </a:extLst>
          </p:cNvPr>
          <p:cNvCxnSpPr>
            <a:cxnSpLocks/>
          </p:cNvCxnSpPr>
          <p:nvPr/>
        </p:nvCxnSpPr>
        <p:spPr>
          <a:xfrm>
            <a:off x="8518527" y="2400300"/>
            <a:ext cx="3173" cy="3790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B7241D38-B21A-E5E6-681D-6FC72582DACF}"/>
              </a:ext>
            </a:extLst>
          </p:cNvPr>
          <p:cNvSpPr/>
          <p:nvPr/>
        </p:nvSpPr>
        <p:spPr>
          <a:xfrm>
            <a:off x="8509000" y="2590800"/>
            <a:ext cx="1498600" cy="266700"/>
          </a:xfrm>
          <a:custGeom>
            <a:avLst/>
            <a:gdLst>
              <a:gd name="connsiteX0" fmla="*/ 0 w 1498600"/>
              <a:gd name="connsiteY0" fmla="*/ 254000 h 266700"/>
              <a:gd name="connsiteX1" fmla="*/ 114300 w 1498600"/>
              <a:gd name="connsiteY1" fmla="*/ 0 h 266700"/>
              <a:gd name="connsiteX2" fmla="*/ 1181100 w 1498600"/>
              <a:gd name="connsiteY2" fmla="*/ 0 h 266700"/>
              <a:gd name="connsiteX3" fmla="*/ 1498600 w 1498600"/>
              <a:gd name="connsiteY3" fmla="*/ 266700 h 266700"/>
              <a:gd name="connsiteX4" fmla="*/ 0 w 1498600"/>
              <a:gd name="connsiteY4" fmla="*/ 2540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8600" h="266700">
                <a:moveTo>
                  <a:pt x="0" y="254000"/>
                </a:moveTo>
                <a:lnTo>
                  <a:pt x="114300" y="0"/>
                </a:lnTo>
                <a:lnTo>
                  <a:pt x="1181100" y="0"/>
                </a:lnTo>
                <a:lnTo>
                  <a:pt x="1498600" y="266700"/>
                </a:lnTo>
                <a:lnTo>
                  <a:pt x="0" y="254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54A67599-7810-A13D-FE7B-5C5235F82D72}"/>
              </a:ext>
            </a:extLst>
          </p:cNvPr>
          <p:cNvSpPr/>
          <p:nvPr/>
        </p:nvSpPr>
        <p:spPr>
          <a:xfrm>
            <a:off x="8483600" y="5727700"/>
            <a:ext cx="1498600" cy="266700"/>
          </a:xfrm>
          <a:custGeom>
            <a:avLst/>
            <a:gdLst>
              <a:gd name="connsiteX0" fmla="*/ 0 w 1498600"/>
              <a:gd name="connsiteY0" fmla="*/ 254000 h 266700"/>
              <a:gd name="connsiteX1" fmla="*/ 114300 w 1498600"/>
              <a:gd name="connsiteY1" fmla="*/ 0 h 266700"/>
              <a:gd name="connsiteX2" fmla="*/ 1181100 w 1498600"/>
              <a:gd name="connsiteY2" fmla="*/ 0 h 266700"/>
              <a:gd name="connsiteX3" fmla="*/ 1498600 w 1498600"/>
              <a:gd name="connsiteY3" fmla="*/ 266700 h 266700"/>
              <a:gd name="connsiteX4" fmla="*/ 0 w 1498600"/>
              <a:gd name="connsiteY4" fmla="*/ 2540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8600" h="266700">
                <a:moveTo>
                  <a:pt x="0" y="254000"/>
                </a:moveTo>
                <a:lnTo>
                  <a:pt x="114300" y="0"/>
                </a:lnTo>
                <a:lnTo>
                  <a:pt x="1181100" y="0"/>
                </a:lnTo>
                <a:lnTo>
                  <a:pt x="1498600" y="266700"/>
                </a:lnTo>
                <a:lnTo>
                  <a:pt x="0" y="254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9AD7BD43-3C87-E9C1-7D96-2863FD7B64D4}"/>
              </a:ext>
            </a:extLst>
          </p:cNvPr>
          <p:cNvSpPr/>
          <p:nvPr/>
        </p:nvSpPr>
        <p:spPr>
          <a:xfrm>
            <a:off x="9232900" y="4216400"/>
            <a:ext cx="1104900" cy="330200"/>
          </a:xfrm>
          <a:custGeom>
            <a:avLst/>
            <a:gdLst>
              <a:gd name="connsiteX0" fmla="*/ 0 w 1104900"/>
              <a:gd name="connsiteY0" fmla="*/ 330200 h 330200"/>
              <a:gd name="connsiteX1" fmla="*/ 266700 w 1104900"/>
              <a:gd name="connsiteY1" fmla="*/ 0 h 330200"/>
              <a:gd name="connsiteX2" fmla="*/ 990600 w 1104900"/>
              <a:gd name="connsiteY2" fmla="*/ 0 h 330200"/>
              <a:gd name="connsiteX3" fmla="*/ 1104900 w 1104900"/>
              <a:gd name="connsiteY3" fmla="*/ 317500 h 330200"/>
              <a:gd name="connsiteX4" fmla="*/ 50800 w 1104900"/>
              <a:gd name="connsiteY4" fmla="*/ 317500 h 330200"/>
              <a:gd name="connsiteX5" fmla="*/ 50800 w 1104900"/>
              <a:gd name="connsiteY5" fmla="*/ 317500 h 330200"/>
              <a:gd name="connsiteX6" fmla="*/ 0 w 1104900"/>
              <a:gd name="connsiteY6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4900" h="330200">
                <a:moveTo>
                  <a:pt x="0" y="330200"/>
                </a:moveTo>
                <a:lnTo>
                  <a:pt x="266700" y="0"/>
                </a:lnTo>
                <a:lnTo>
                  <a:pt x="990600" y="0"/>
                </a:lnTo>
                <a:lnTo>
                  <a:pt x="1104900" y="317500"/>
                </a:lnTo>
                <a:lnTo>
                  <a:pt x="50800" y="317500"/>
                </a:lnTo>
                <a:lnTo>
                  <a:pt x="50800" y="317500"/>
                </a:lnTo>
                <a:lnTo>
                  <a:pt x="0" y="3302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자유형: 도형 100">
            <a:extLst>
              <a:ext uri="{FF2B5EF4-FFF2-40B4-BE49-F238E27FC236}">
                <a16:creationId xmlns:a16="http://schemas.microsoft.com/office/drawing/2014/main" id="{15F54541-34D7-5A92-9DEE-082A339AFB23}"/>
              </a:ext>
            </a:extLst>
          </p:cNvPr>
          <p:cNvSpPr/>
          <p:nvPr/>
        </p:nvSpPr>
        <p:spPr>
          <a:xfrm>
            <a:off x="9249304" y="5664200"/>
            <a:ext cx="1104900" cy="330200"/>
          </a:xfrm>
          <a:custGeom>
            <a:avLst/>
            <a:gdLst>
              <a:gd name="connsiteX0" fmla="*/ 0 w 1104900"/>
              <a:gd name="connsiteY0" fmla="*/ 330200 h 330200"/>
              <a:gd name="connsiteX1" fmla="*/ 266700 w 1104900"/>
              <a:gd name="connsiteY1" fmla="*/ 0 h 330200"/>
              <a:gd name="connsiteX2" fmla="*/ 990600 w 1104900"/>
              <a:gd name="connsiteY2" fmla="*/ 0 h 330200"/>
              <a:gd name="connsiteX3" fmla="*/ 1104900 w 1104900"/>
              <a:gd name="connsiteY3" fmla="*/ 317500 h 330200"/>
              <a:gd name="connsiteX4" fmla="*/ 50800 w 1104900"/>
              <a:gd name="connsiteY4" fmla="*/ 317500 h 330200"/>
              <a:gd name="connsiteX5" fmla="*/ 50800 w 1104900"/>
              <a:gd name="connsiteY5" fmla="*/ 317500 h 330200"/>
              <a:gd name="connsiteX6" fmla="*/ 0 w 1104900"/>
              <a:gd name="connsiteY6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4900" h="330200">
                <a:moveTo>
                  <a:pt x="0" y="330200"/>
                </a:moveTo>
                <a:lnTo>
                  <a:pt x="266700" y="0"/>
                </a:lnTo>
                <a:lnTo>
                  <a:pt x="990600" y="0"/>
                </a:lnTo>
                <a:lnTo>
                  <a:pt x="1104900" y="317500"/>
                </a:lnTo>
                <a:lnTo>
                  <a:pt x="50800" y="317500"/>
                </a:lnTo>
                <a:lnTo>
                  <a:pt x="50800" y="317500"/>
                </a:lnTo>
                <a:lnTo>
                  <a:pt x="0" y="3302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4E3ADC4-1F4A-D3B5-7E5E-4CC26E1C5D64}"/>
              </a:ext>
            </a:extLst>
          </p:cNvPr>
          <p:cNvCxnSpPr>
            <a:cxnSpLocks/>
          </p:cNvCxnSpPr>
          <p:nvPr/>
        </p:nvCxnSpPr>
        <p:spPr>
          <a:xfrm>
            <a:off x="9232108" y="4227402"/>
            <a:ext cx="17196" cy="1963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4E817F1-EB01-32E7-C0B9-3646D176C49C}"/>
              </a:ext>
            </a:extLst>
          </p:cNvPr>
          <p:cNvCxnSpPr>
            <a:cxnSpLocks/>
          </p:cNvCxnSpPr>
          <p:nvPr/>
        </p:nvCxnSpPr>
        <p:spPr>
          <a:xfrm flipV="1">
            <a:off x="9747250" y="5209257"/>
            <a:ext cx="0" cy="7532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E345F93-DB4C-0ED5-6147-A594524CB172}"/>
                  </a:ext>
                </a:extLst>
              </p:cNvPr>
              <p:cNvSpPr txBox="1"/>
              <p:nvPr/>
            </p:nvSpPr>
            <p:spPr>
              <a:xfrm>
                <a:off x="9557200" y="5908091"/>
                <a:ext cx="462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E345F93-DB4C-0ED5-6147-A594524C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200" y="5908091"/>
                <a:ext cx="46269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BB8A626-CC46-B465-CD21-84B0F3A1F9A6}"/>
                  </a:ext>
                </a:extLst>
              </p:cNvPr>
              <p:cNvSpPr txBox="1"/>
              <p:nvPr/>
            </p:nvSpPr>
            <p:spPr>
              <a:xfrm flipH="1">
                <a:off x="2178049" y="1435528"/>
                <a:ext cx="850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BB8A626-CC46-B465-CD21-84B0F3A1F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8049" y="1435528"/>
                <a:ext cx="850895" cy="369332"/>
              </a:xfrm>
              <a:prstGeom prst="rect">
                <a:avLst/>
              </a:prstGeom>
              <a:blipFill>
                <a:blip r:embed="rId12"/>
                <a:stretch>
                  <a:fillRect l="-5714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438EBD9-B85A-F572-897C-E0559A7B24C9}"/>
                  </a:ext>
                </a:extLst>
              </p:cNvPr>
              <p:cNvSpPr txBox="1"/>
              <p:nvPr/>
            </p:nvSpPr>
            <p:spPr>
              <a:xfrm flipH="1">
                <a:off x="5378451" y="1422516"/>
                <a:ext cx="850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438EBD9-B85A-F572-897C-E0559A7B2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78451" y="1422516"/>
                <a:ext cx="850895" cy="369332"/>
              </a:xfrm>
              <a:prstGeom prst="rect">
                <a:avLst/>
              </a:prstGeom>
              <a:blipFill>
                <a:blip r:embed="rId13"/>
                <a:stretch>
                  <a:fillRect l="-5714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B888386-7082-496E-4629-9EF979808F4A}"/>
                  </a:ext>
                </a:extLst>
              </p:cNvPr>
              <p:cNvSpPr txBox="1"/>
              <p:nvPr/>
            </p:nvSpPr>
            <p:spPr>
              <a:xfrm flipH="1">
                <a:off x="8806660" y="1422516"/>
                <a:ext cx="850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B888386-7082-496E-4629-9EF979808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06660" y="1422516"/>
                <a:ext cx="850895" cy="369332"/>
              </a:xfrm>
              <a:prstGeom prst="rect">
                <a:avLst/>
              </a:prstGeom>
              <a:blipFill>
                <a:blip r:embed="rId14"/>
                <a:stretch>
                  <a:fillRect l="-6475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6349E57A-68C7-C0CE-3FB0-24E933BFE7B2}"/>
              </a:ext>
            </a:extLst>
          </p:cNvPr>
          <p:cNvSpPr txBox="1"/>
          <p:nvPr/>
        </p:nvSpPr>
        <p:spPr>
          <a:xfrm flipH="1">
            <a:off x="10503878" y="3233847"/>
            <a:ext cx="7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Max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8E76695-9299-C38A-0C6B-E8153A857FD6}"/>
              </a:ext>
            </a:extLst>
          </p:cNvPr>
          <p:cNvSpPr txBox="1"/>
          <p:nvPr/>
        </p:nvSpPr>
        <p:spPr>
          <a:xfrm>
            <a:off x="2839023" y="4895335"/>
            <a:ext cx="2579552" cy="1294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모두 </a:t>
            </a:r>
            <a:r>
              <a:rPr lang="en-US" altLang="ko-KR" dirty="0"/>
              <a:t>Crips</a:t>
            </a:r>
            <a:r>
              <a:rPr lang="ko-KR" altLang="en-US" dirty="0"/>
              <a:t> 수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AC9FD2E-B4DD-A05D-24BC-98974E5E9F04}"/>
              </a:ext>
            </a:extLst>
          </p:cNvPr>
          <p:cNvSpPr txBox="1"/>
          <p:nvPr/>
        </p:nvSpPr>
        <p:spPr>
          <a:xfrm>
            <a:off x="10042528" y="496570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Defuzzification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F82E5D9-1EC3-18F1-85A2-D681C57AFE2A}"/>
                  </a:ext>
                </a:extLst>
              </p:cNvPr>
              <p:cNvSpPr txBox="1"/>
              <p:nvPr/>
            </p:nvSpPr>
            <p:spPr>
              <a:xfrm>
                <a:off x="1598734" y="5419744"/>
                <a:ext cx="6074713" cy="1258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𝑧𝑑𝑧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𝑑𝑧</m:t>
                            </m:r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  </a:t>
                </a:r>
                <a:r>
                  <a:rPr lang="ko-KR" altLang="en-US" dirty="0"/>
                  <a:t>이산식은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이며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는 도형의 중심이다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제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어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규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F82E5D9-1EC3-18F1-85A2-D681C57AF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34" y="5419744"/>
                <a:ext cx="6074713" cy="1258806"/>
              </a:xfrm>
              <a:prstGeom prst="rect">
                <a:avLst/>
              </a:prstGeom>
              <a:blipFill>
                <a:blip r:embed="rId15"/>
                <a:stretch>
                  <a:fillRect l="-802" r="-802" b="-67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532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76950-407D-7BDB-2709-94AB4BA1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0382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2.2 Fuzzy PD Fuzzy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pi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controller</a:t>
            </a:r>
            <a:endParaRPr lang="ko-KR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BE59F1-AB57-6379-F544-A437E4DD3BC2}"/>
                  </a:ext>
                </a:extLst>
              </p:cNvPr>
              <p:cNvSpPr txBox="1"/>
              <p:nvPr/>
            </p:nvSpPr>
            <p:spPr>
              <a:xfrm>
                <a:off x="1866900" y="2070100"/>
                <a:ext cx="8738546" cy="36872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ko-KR" dirty="0"/>
                  <a:t>)  : PD </a:t>
                </a:r>
                <a:r>
                  <a:rPr lang="ko-KR" altLang="en-US" dirty="0"/>
                  <a:t>제어기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altLang="ko-KR" dirty="0"/>
                  <a:t>) : PI</a:t>
                </a:r>
                <a:r>
                  <a:rPr lang="ko-KR" altLang="en-US" dirty="0"/>
                  <a:t>제어기 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</a:t>
                </a:r>
                <a:r>
                  <a:rPr lang="ko-KR" altLang="en-US" dirty="0">
                    <a:sym typeface="Wingdings" panose="05000000000000000000" pitchFamily="2" charset="2"/>
                  </a:rPr>
                  <a:t>속도형제어기로 만들기 위해 양변을 미분하면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</a:t>
                </a:r>
                <a:r>
                  <a:rPr lang="ko-KR" altLang="en-US" dirty="0">
                    <a:sym typeface="Wingdings" panose="05000000000000000000" pitchFamily="2" charset="2"/>
                  </a:rPr>
                  <a:t>차분방정식으로 바꾸면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	</a:t>
                </a:r>
                <a:r>
                  <a:rPr lang="ko-KR" altLang="en-US" dirty="0"/>
                  <a:t>양변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곱</m:t>
                    </m:r>
                  </m:oMath>
                </a14:m>
                <a:r>
                  <a:rPr lang="ko-KR" altLang="en-US" dirty="0"/>
                  <a:t>하고 정리하면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Fuzzy PD</a:t>
                </a:r>
                <a:r>
                  <a:rPr lang="ko-KR" altLang="en-US" dirty="0"/>
                  <a:t>제어기는  </a:t>
                </a:r>
                <a:r>
                  <a:rPr lang="en-US" altLang="ko-KR" dirty="0"/>
                  <a:t>If e is A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B, then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ko-KR" b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Fuzzy PI</a:t>
                </a:r>
                <a:r>
                  <a:rPr lang="ko-KR" altLang="en-US" dirty="0"/>
                  <a:t>제어기는 </a:t>
                </a:r>
                <a:r>
                  <a:rPr lang="en-US" altLang="ko-KR" dirty="0"/>
                  <a:t>If e is A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B, then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ko-KR" b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BE59F1-AB57-6379-F544-A437E4DD3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2070100"/>
                <a:ext cx="8738546" cy="3687228"/>
              </a:xfrm>
              <a:prstGeom prst="rect">
                <a:avLst/>
              </a:prstGeom>
              <a:blipFill>
                <a:blip r:embed="rId3"/>
                <a:stretch>
                  <a:fillRect l="-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263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05202C6-E617-605C-393E-587A53A60E3D}"/>
              </a:ext>
            </a:extLst>
          </p:cNvPr>
          <p:cNvCxnSpPr>
            <a:cxnSpLocks/>
          </p:cNvCxnSpPr>
          <p:nvPr/>
        </p:nvCxnSpPr>
        <p:spPr>
          <a:xfrm flipH="1">
            <a:off x="1524000" y="965200"/>
            <a:ext cx="12700" cy="4775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6375B1-A471-2442-397A-F797F43B719A}"/>
              </a:ext>
            </a:extLst>
          </p:cNvPr>
          <p:cNvCxnSpPr>
            <a:cxnSpLocks/>
          </p:cNvCxnSpPr>
          <p:nvPr/>
        </p:nvCxnSpPr>
        <p:spPr>
          <a:xfrm>
            <a:off x="1536700" y="4663132"/>
            <a:ext cx="48133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3C4D11-FDCE-DDC0-4460-C7646A19B5AF}"/>
              </a:ext>
            </a:extLst>
          </p:cNvPr>
          <p:cNvCxnSpPr>
            <a:cxnSpLocks/>
          </p:cNvCxnSpPr>
          <p:nvPr/>
        </p:nvCxnSpPr>
        <p:spPr>
          <a:xfrm>
            <a:off x="1536700" y="3213100"/>
            <a:ext cx="4851399" cy="59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130B03-A65B-987C-4930-5E5EC37A5B51}"/>
              </a:ext>
            </a:extLst>
          </p:cNvPr>
          <p:cNvCxnSpPr>
            <a:cxnSpLocks/>
          </p:cNvCxnSpPr>
          <p:nvPr/>
        </p:nvCxnSpPr>
        <p:spPr>
          <a:xfrm>
            <a:off x="1536700" y="2298700"/>
            <a:ext cx="48133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461F2BA-17DD-A1E7-15FD-0459B1554E1C}"/>
              </a:ext>
            </a:extLst>
          </p:cNvPr>
          <p:cNvCxnSpPr>
            <a:cxnSpLocks/>
          </p:cNvCxnSpPr>
          <p:nvPr/>
        </p:nvCxnSpPr>
        <p:spPr>
          <a:xfrm>
            <a:off x="1536700" y="1473200"/>
            <a:ext cx="4813360" cy="1542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610ABCD7-A6A0-93D3-8C47-8381BBC84A2A}"/>
              </a:ext>
            </a:extLst>
          </p:cNvPr>
          <p:cNvSpPr/>
          <p:nvPr/>
        </p:nvSpPr>
        <p:spPr>
          <a:xfrm>
            <a:off x="1524000" y="1135010"/>
            <a:ext cx="4343400" cy="1163690"/>
          </a:xfrm>
          <a:custGeom>
            <a:avLst/>
            <a:gdLst>
              <a:gd name="connsiteX0" fmla="*/ 0 w 4343400"/>
              <a:gd name="connsiteY0" fmla="*/ 1163690 h 1163690"/>
              <a:gd name="connsiteX1" fmla="*/ 762000 w 4343400"/>
              <a:gd name="connsiteY1" fmla="*/ 7990 h 1163690"/>
              <a:gd name="connsiteX2" fmla="*/ 1130300 w 4343400"/>
              <a:gd name="connsiteY2" fmla="*/ 630290 h 1163690"/>
              <a:gd name="connsiteX3" fmla="*/ 1625600 w 4343400"/>
              <a:gd name="connsiteY3" fmla="*/ 185790 h 1163690"/>
              <a:gd name="connsiteX4" fmla="*/ 2082800 w 4343400"/>
              <a:gd name="connsiteY4" fmla="*/ 490590 h 1163690"/>
              <a:gd name="connsiteX5" fmla="*/ 2603500 w 4343400"/>
              <a:gd name="connsiteY5" fmla="*/ 261990 h 1163690"/>
              <a:gd name="connsiteX6" fmla="*/ 3048000 w 4343400"/>
              <a:gd name="connsiteY6" fmla="*/ 414390 h 1163690"/>
              <a:gd name="connsiteX7" fmla="*/ 3505200 w 4343400"/>
              <a:gd name="connsiteY7" fmla="*/ 350890 h 1163690"/>
              <a:gd name="connsiteX8" fmla="*/ 4343400 w 4343400"/>
              <a:gd name="connsiteY8" fmla="*/ 338190 h 1163690"/>
              <a:gd name="connsiteX9" fmla="*/ 4343400 w 4343400"/>
              <a:gd name="connsiteY9" fmla="*/ 338190 h 1163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3400" h="1163690">
                <a:moveTo>
                  <a:pt x="0" y="1163690"/>
                </a:moveTo>
                <a:cubicBezTo>
                  <a:pt x="286808" y="630290"/>
                  <a:pt x="573617" y="96890"/>
                  <a:pt x="762000" y="7990"/>
                </a:cubicBezTo>
                <a:cubicBezTo>
                  <a:pt x="950383" y="-80910"/>
                  <a:pt x="986367" y="600657"/>
                  <a:pt x="1130300" y="630290"/>
                </a:cubicBezTo>
                <a:cubicBezTo>
                  <a:pt x="1274233" y="659923"/>
                  <a:pt x="1466850" y="209073"/>
                  <a:pt x="1625600" y="185790"/>
                </a:cubicBezTo>
                <a:cubicBezTo>
                  <a:pt x="1784350" y="162507"/>
                  <a:pt x="1919817" y="477890"/>
                  <a:pt x="2082800" y="490590"/>
                </a:cubicBezTo>
                <a:cubicBezTo>
                  <a:pt x="2245783" y="503290"/>
                  <a:pt x="2442633" y="274690"/>
                  <a:pt x="2603500" y="261990"/>
                </a:cubicBezTo>
                <a:cubicBezTo>
                  <a:pt x="2764367" y="249290"/>
                  <a:pt x="2897717" y="399573"/>
                  <a:pt x="3048000" y="414390"/>
                </a:cubicBezTo>
                <a:cubicBezTo>
                  <a:pt x="3198283" y="429207"/>
                  <a:pt x="3289300" y="363590"/>
                  <a:pt x="3505200" y="350890"/>
                </a:cubicBezTo>
                <a:cubicBezTo>
                  <a:pt x="3721100" y="338190"/>
                  <a:pt x="4343400" y="338190"/>
                  <a:pt x="4343400" y="338190"/>
                </a:cubicBezTo>
                <a:lnTo>
                  <a:pt x="4343400" y="33819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ADEB9-9850-F2B4-43C9-DCDD13096CAA}"/>
              </a:ext>
            </a:extLst>
          </p:cNvPr>
          <p:cNvSpPr txBox="1"/>
          <p:nvPr/>
        </p:nvSpPr>
        <p:spPr>
          <a:xfrm>
            <a:off x="1612901" y="181139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6E99B-C7B8-4E56-F7F8-67FA7109B3DF}"/>
              </a:ext>
            </a:extLst>
          </p:cNvPr>
          <p:cNvSpPr txBox="1"/>
          <p:nvPr/>
        </p:nvSpPr>
        <p:spPr>
          <a:xfrm>
            <a:off x="1657142" y="121397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733B8-C023-4758-0B6E-51C7C4601F9C}"/>
              </a:ext>
            </a:extLst>
          </p:cNvPr>
          <p:cNvSpPr txBox="1"/>
          <p:nvPr/>
        </p:nvSpPr>
        <p:spPr>
          <a:xfrm>
            <a:off x="2120482" y="82743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F4EE6-2355-EEB9-8730-D5679258D225}"/>
              </a:ext>
            </a:extLst>
          </p:cNvPr>
          <p:cNvSpPr txBox="1"/>
          <p:nvPr/>
        </p:nvSpPr>
        <p:spPr>
          <a:xfrm>
            <a:off x="2440262" y="11503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d1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384F4-02AF-0B25-5DAB-DED545546EEF}"/>
              </a:ext>
            </a:extLst>
          </p:cNvPr>
          <p:cNvSpPr txBox="1"/>
          <p:nvPr/>
        </p:nvSpPr>
        <p:spPr>
          <a:xfrm>
            <a:off x="2478362" y="16870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a2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73FDC-9CCA-B393-F0FF-806C6E2FE934}"/>
              </a:ext>
            </a:extLst>
          </p:cNvPr>
          <p:cNvSpPr txBox="1"/>
          <p:nvPr/>
        </p:nvSpPr>
        <p:spPr>
          <a:xfrm>
            <a:off x="2793280" y="136711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B5F05-04B3-B2C6-F219-D416C57FA728}"/>
              </a:ext>
            </a:extLst>
          </p:cNvPr>
          <p:cNvSpPr txBox="1"/>
          <p:nvPr/>
        </p:nvSpPr>
        <p:spPr>
          <a:xfrm>
            <a:off x="2941193" y="993761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F9340-E1D9-BFEF-CD64-50AA3A0ED4D9}"/>
              </a:ext>
            </a:extLst>
          </p:cNvPr>
          <p:cNvSpPr txBox="1"/>
          <p:nvPr/>
        </p:nvSpPr>
        <p:spPr>
          <a:xfrm>
            <a:off x="3327168" y="11503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d2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7FECD-D12C-4A68-BA41-70679E026BF5}"/>
                  </a:ext>
                </a:extLst>
              </p:cNvPr>
              <p:cNvSpPr txBox="1"/>
              <p:nvPr/>
            </p:nvSpPr>
            <p:spPr>
              <a:xfrm>
                <a:off x="3012250" y="647636"/>
                <a:ext cx="15089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𝑠𝑝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𝑚𝑣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7FECD-D12C-4A68-BA41-70679E026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250" y="647636"/>
                <a:ext cx="1508939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4049FF-FABE-7155-86D3-CBED96F11A6C}"/>
              </a:ext>
            </a:extLst>
          </p:cNvPr>
          <p:cNvCxnSpPr/>
          <p:nvPr/>
        </p:nvCxnSpPr>
        <p:spPr>
          <a:xfrm flipV="1">
            <a:off x="2000041" y="10120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F286189-3F4C-893B-9A46-8858C3211FFF}"/>
              </a:ext>
            </a:extLst>
          </p:cNvPr>
          <p:cNvCxnSpPr/>
          <p:nvPr/>
        </p:nvCxnSpPr>
        <p:spPr>
          <a:xfrm flipV="1">
            <a:off x="2317541" y="10120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A9C121-5E21-0F0C-5E6F-6DDABEA8A77A}"/>
              </a:ext>
            </a:extLst>
          </p:cNvPr>
          <p:cNvCxnSpPr/>
          <p:nvPr/>
        </p:nvCxnSpPr>
        <p:spPr>
          <a:xfrm flipV="1">
            <a:off x="2520741" y="10374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082F227-8576-153B-F8AD-847C0CB95F59}"/>
              </a:ext>
            </a:extLst>
          </p:cNvPr>
          <p:cNvCxnSpPr/>
          <p:nvPr/>
        </p:nvCxnSpPr>
        <p:spPr>
          <a:xfrm flipV="1">
            <a:off x="2685841" y="10374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C31175A-3304-3046-51A8-D26B1D50CE41}"/>
              </a:ext>
            </a:extLst>
          </p:cNvPr>
          <p:cNvCxnSpPr/>
          <p:nvPr/>
        </p:nvCxnSpPr>
        <p:spPr>
          <a:xfrm flipV="1">
            <a:off x="2965241" y="10374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4DE79EA-92D5-B96B-FDD6-CAC4E73E9B76}"/>
              </a:ext>
            </a:extLst>
          </p:cNvPr>
          <p:cNvCxnSpPr/>
          <p:nvPr/>
        </p:nvCxnSpPr>
        <p:spPr>
          <a:xfrm flipV="1">
            <a:off x="3168441" y="10374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EA5E617-3A42-44B1-0595-43A1AABCD31B}"/>
              </a:ext>
            </a:extLst>
          </p:cNvPr>
          <p:cNvCxnSpPr/>
          <p:nvPr/>
        </p:nvCxnSpPr>
        <p:spPr>
          <a:xfrm flipV="1">
            <a:off x="3409741" y="1037496"/>
            <a:ext cx="0" cy="4728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08327A-95B8-F969-4868-6F736F2D1311}"/>
                  </a:ext>
                </a:extLst>
              </p:cNvPr>
              <p:cNvSpPr txBox="1"/>
              <p:nvPr/>
            </p:nvSpPr>
            <p:spPr>
              <a:xfrm>
                <a:off x="1041340" y="888887"/>
                <a:ext cx="574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𝑚𝑣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08327A-95B8-F969-4868-6F736F2D1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40" y="888887"/>
                <a:ext cx="5745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F0B55B-6301-C5F9-8406-C4B9A6DFFC88}"/>
                  </a:ext>
                </a:extLst>
              </p:cNvPr>
              <p:cNvSpPr txBox="1"/>
              <p:nvPr/>
            </p:nvSpPr>
            <p:spPr>
              <a:xfrm>
                <a:off x="1108189" y="1265226"/>
                <a:ext cx="487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𝑠𝑝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F0B55B-6301-C5F9-8406-C4B9A6DFF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89" y="1265226"/>
                <a:ext cx="48724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4F865F-2A69-EE5F-B72F-01A86B5337EE}"/>
                  </a:ext>
                </a:extLst>
              </p:cNvPr>
              <p:cNvSpPr txBox="1"/>
              <p:nvPr/>
            </p:nvSpPr>
            <p:spPr>
              <a:xfrm>
                <a:off x="1041340" y="2984500"/>
                <a:ext cx="428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R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4F865F-2A69-EE5F-B72F-01A86B533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40" y="2984500"/>
                <a:ext cx="42864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475B97-2FAB-0E8E-D1DB-C56D64853546}"/>
                  </a:ext>
                </a:extLst>
              </p:cNvPr>
              <p:cNvSpPr txBox="1"/>
              <p:nvPr/>
            </p:nvSpPr>
            <p:spPr>
              <a:xfrm>
                <a:off x="1001909" y="4394200"/>
                <a:ext cx="428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ko-KR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475B97-2FAB-0E8E-D1DB-C56D64853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09" y="4394200"/>
                <a:ext cx="428642" cy="461665"/>
              </a:xfrm>
              <a:prstGeom prst="rect">
                <a:avLst/>
              </a:prstGeom>
              <a:blipFill>
                <a:blip r:embed="rId7"/>
                <a:stretch>
                  <a:fillRect r="-9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D763016E-890C-C596-4911-D7C58739CFCC}"/>
              </a:ext>
            </a:extLst>
          </p:cNvPr>
          <p:cNvSpPr/>
          <p:nvPr/>
        </p:nvSpPr>
        <p:spPr>
          <a:xfrm>
            <a:off x="1536700" y="2679700"/>
            <a:ext cx="4001559" cy="876300"/>
          </a:xfrm>
          <a:custGeom>
            <a:avLst/>
            <a:gdLst>
              <a:gd name="connsiteX0" fmla="*/ 0 w 4001559"/>
              <a:gd name="connsiteY0" fmla="*/ 0 h 876300"/>
              <a:gd name="connsiteX1" fmla="*/ 469900 w 4001559"/>
              <a:gd name="connsiteY1" fmla="*/ 546100 h 876300"/>
              <a:gd name="connsiteX2" fmla="*/ 469900 w 4001559"/>
              <a:gd name="connsiteY2" fmla="*/ 546100 h 876300"/>
              <a:gd name="connsiteX3" fmla="*/ 774700 w 4001559"/>
              <a:gd name="connsiteY3" fmla="*/ 876300 h 876300"/>
              <a:gd name="connsiteX4" fmla="*/ 774700 w 4001559"/>
              <a:gd name="connsiteY4" fmla="*/ 876300 h 876300"/>
              <a:gd name="connsiteX5" fmla="*/ 1104900 w 4001559"/>
              <a:gd name="connsiteY5" fmla="*/ 317500 h 876300"/>
              <a:gd name="connsiteX6" fmla="*/ 1143000 w 4001559"/>
              <a:gd name="connsiteY6" fmla="*/ 266700 h 876300"/>
              <a:gd name="connsiteX7" fmla="*/ 1435100 w 4001559"/>
              <a:gd name="connsiteY7" fmla="*/ 558800 h 876300"/>
              <a:gd name="connsiteX8" fmla="*/ 1625600 w 4001559"/>
              <a:gd name="connsiteY8" fmla="*/ 723900 h 876300"/>
              <a:gd name="connsiteX9" fmla="*/ 1879600 w 4001559"/>
              <a:gd name="connsiteY9" fmla="*/ 533400 h 876300"/>
              <a:gd name="connsiteX10" fmla="*/ 2133600 w 4001559"/>
              <a:gd name="connsiteY10" fmla="*/ 457200 h 876300"/>
              <a:gd name="connsiteX11" fmla="*/ 2425700 w 4001559"/>
              <a:gd name="connsiteY11" fmla="*/ 546100 h 876300"/>
              <a:gd name="connsiteX12" fmla="*/ 2717800 w 4001559"/>
              <a:gd name="connsiteY12" fmla="*/ 609600 h 876300"/>
              <a:gd name="connsiteX13" fmla="*/ 2921000 w 4001559"/>
              <a:gd name="connsiteY13" fmla="*/ 558800 h 876300"/>
              <a:gd name="connsiteX14" fmla="*/ 3187700 w 4001559"/>
              <a:gd name="connsiteY14" fmla="*/ 520700 h 876300"/>
              <a:gd name="connsiteX15" fmla="*/ 3924300 w 4001559"/>
              <a:gd name="connsiteY15" fmla="*/ 520700 h 876300"/>
              <a:gd name="connsiteX16" fmla="*/ 3987800 w 4001559"/>
              <a:gd name="connsiteY16" fmla="*/ 533400 h 876300"/>
              <a:gd name="connsiteX17" fmla="*/ 4000500 w 4001559"/>
              <a:gd name="connsiteY17" fmla="*/ 54610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01559" h="876300">
                <a:moveTo>
                  <a:pt x="0" y="0"/>
                </a:moveTo>
                <a:lnTo>
                  <a:pt x="469900" y="546100"/>
                </a:lnTo>
                <a:lnTo>
                  <a:pt x="469900" y="546100"/>
                </a:lnTo>
                <a:lnTo>
                  <a:pt x="774700" y="876300"/>
                </a:lnTo>
                <a:lnTo>
                  <a:pt x="774700" y="876300"/>
                </a:lnTo>
                <a:lnTo>
                  <a:pt x="1104900" y="317500"/>
                </a:lnTo>
                <a:cubicBezTo>
                  <a:pt x="1166283" y="215900"/>
                  <a:pt x="1087967" y="226483"/>
                  <a:pt x="1143000" y="266700"/>
                </a:cubicBezTo>
                <a:cubicBezTo>
                  <a:pt x="1198033" y="306917"/>
                  <a:pt x="1354667" y="482600"/>
                  <a:pt x="1435100" y="558800"/>
                </a:cubicBezTo>
                <a:cubicBezTo>
                  <a:pt x="1515533" y="635000"/>
                  <a:pt x="1551517" y="728133"/>
                  <a:pt x="1625600" y="723900"/>
                </a:cubicBezTo>
                <a:cubicBezTo>
                  <a:pt x="1699683" y="719667"/>
                  <a:pt x="1794933" y="577850"/>
                  <a:pt x="1879600" y="533400"/>
                </a:cubicBezTo>
                <a:cubicBezTo>
                  <a:pt x="1964267" y="488950"/>
                  <a:pt x="2042583" y="455083"/>
                  <a:pt x="2133600" y="457200"/>
                </a:cubicBezTo>
                <a:cubicBezTo>
                  <a:pt x="2224617" y="459317"/>
                  <a:pt x="2328333" y="520700"/>
                  <a:pt x="2425700" y="546100"/>
                </a:cubicBezTo>
                <a:cubicBezTo>
                  <a:pt x="2523067" y="571500"/>
                  <a:pt x="2635250" y="607483"/>
                  <a:pt x="2717800" y="609600"/>
                </a:cubicBezTo>
                <a:cubicBezTo>
                  <a:pt x="2800350" y="611717"/>
                  <a:pt x="2842683" y="573617"/>
                  <a:pt x="2921000" y="558800"/>
                </a:cubicBezTo>
                <a:cubicBezTo>
                  <a:pt x="2999317" y="543983"/>
                  <a:pt x="3020483" y="527050"/>
                  <a:pt x="3187700" y="520700"/>
                </a:cubicBezTo>
                <a:cubicBezTo>
                  <a:pt x="3354917" y="514350"/>
                  <a:pt x="3790950" y="518583"/>
                  <a:pt x="3924300" y="520700"/>
                </a:cubicBezTo>
                <a:cubicBezTo>
                  <a:pt x="4057650" y="522817"/>
                  <a:pt x="3975100" y="529167"/>
                  <a:pt x="3987800" y="533400"/>
                </a:cubicBezTo>
                <a:cubicBezTo>
                  <a:pt x="4000500" y="537633"/>
                  <a:pt x="4000500" y="541866"/>
                  <a:pt x="4000500" y="5461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F70DB0-70BF-B7D3-D16F-4662469E62FE}"/>
              </a:ext>
            </a:extLst>
          </p:cNvPr>
          <p:cNvSpPr txBox="1"/>
          <p:nvPr/>
        </p:nvSpPr>
        <p:spPr>
          <a:xfrm>
            <a:off x="1433623" y="245701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030FB0-8584-1B88-F29E-1678CC5FFD65}"/>
              </a:ext>
            </a:extLst>
          </p:cNvPr>
          <p:cNvSpPr txBox="1"/>
          <p:nvPr/>
        </p:nvSpPr>
        <p:spPr>
          <a:xfrm>
            <a:off x="1863436" y="28411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59AB7F-7E58-015B-859A-B953FFBE6850}"/>
              </a:ext>
            </a:extLst>
          </p:cNvPr>
          <p:cNvSpPr txBox="1"/>
          <p:nvPr/>
        </p:nvSpPr>
        <p:spPr>
          <a:xfrm>
            <a:off x="2143827" y="3449124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3D76F-617A-465D-45C1-21DBCA480FEB}"/>
              </a:ext>
            </a:extLst>
          </p:cNvPr>
          <p:cNvSpPr txBox="1"/>
          <p:nvPr/>
        </p:nvSpPr>
        <p:spPr>
          <a:xfrm>
            <a:off x="2225446" y="29036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d1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BC5C3-8170-418E-B491-7367466CD0CD}"/>
              </a:ext>
            </a:extLst>
          </p:cNvPr>
          <p:cNvSpPr txBox="1"/>
          <p:nvPr/>
        </p:nvSpPr>
        <p:spPr>
          <a:xfrm>
            <a:off x="2541353" y="25983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a2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17B7ED-6176-719D-2FB2-1B65D9E5576A}"/>
              </a:ext>
            </a:extLst>
          </p:cNvPr>
          <p:cNvSpPr txBox="1"/>
          <p:nvPr/>
        </p:nvSpPr>
        <p:spPr>
          <a:xfrm>
            <a:off x="2752833" y="29036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b2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ABB727-A628-6F5B-A51E-B643262723B3}"/>
              </a:ext>
            </a:extLst>
          </p:cNvPr>
          <p:cNvSpPr txBox="1"/>
          <p:nvPr/>
        </p:nvSpPr>
        <p:spPr>
          <a:xfrm>
            <a:off x="3006807" y="333784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c2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7AF375-017C-14B5-7333-66B118738CA2}"/>
              </a:ext>
            </a:extLst>
          </p:cNvPr>
          <p:cNvSpPr txBox="1"/>
          <p:nvPr/>
        </p:nvSpPr>
        <p:spPr>
          <a:xfrm>
            <a:off x="3273415" y="315901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d2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729B01-45E4-8A23-5EE9-ABC09B980E43}"/>
                  </a:ext>
                </a:extLst>
              </p:cNvPr>
              <p:cNvSpPr txBox="1"/>
              <p:nvPr/>
            </p:nvSpPr>
            <p:spPr>
              <a:xfrm>
                <a:off x="4889500" y="1682329"/>
                <a:ext cx="11564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0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729B01-45E4-8A23-5EE9-ABC09B980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0" y="1682329"/>
                <a:ext cx="1156421" cy="369332"/>
              </a:xfrm>
              <a:prstGeom prst="rect">
                <a:avLst/>
              </a:prstGeom>
              <a:blipFill>
                <a:blip r:embed="rId8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101070-E99C-B015-3E53-498F9C8AEA01}"/>
                  </a:ext>
                </a:extLst>
              </p:cNvPr>
              <p:cNvSpPr txBox="1"/>
              <p:nvPr/>
            </p:nvSpPr>
            <p:spPr>
              <a:xfrm>
                <a:off x="4798018" y="996378"/>
                <a:ext cx="11564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0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101070-E99C-B015-3E53-498F9C8AE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018" y="996378"/>
                <a:ext cx="1156421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92F65142-CF1A-782A-420A-C0B838B6E2B6}"/>
              </a:ext>
            </a:extLst>
          </p:cNvPr>
          <p:cNvSpPr/>
          <p:nvPr/>
        </p:nvSpPr>
        <p:spPr>
          <a:xfrm>
            <a:off x="1524000" y="4203689"/>
            <a:ext cx="4064000" cy="1041411"/>
          </a:xfrm>
          <a:custGeom>
            <a:avLst/>
            <a:gdLst>
              <a:gd name="connsiteX0" fmla="*/ 0 w 4064000"/>
              <a:gd name="connsiteY0" fmla="*/ 457211 h 1041411"/>
              <a:gd name="connsiteX1" fmla="*/ 482600 w 4064000"/>
              <a:gd name="connsiteY1" fmla="*/ 1041411 h 1041411"/>
              <a:gd name="connsiteX2" fmla="*/ 774700 w 4064000"/>
              <a:gd name="connsiteY2" fmla="*/ 457211 h 1041411"/>
              <a:gd name="connsiteX3" fmla="*/ 990600 w 4064000"/>
              <a:gd name="connsiteY3" fmla="*/ 11 h 1041411"/>
              <a:gd name="connsiteX4" fmla="*/ 1155700 w 4064000"/>
              <a:gd name="connsiteY4" fmla="*/ 469911 h 1041411"/>
              <a:gd name="connsiteX5" fmla="*/ 1435100 w 4064000"/>
              <a:gd name="connsiteY5" fmla="*/ 787411 h 1041411"/>
              <a:gd name="connsiteX6" fmla="*/ 1625600 w 4064000"/>
              <a:gd name="connsiteY6" fmla="*/ 444511 h 1041411"/>
              <a:gd name="connsiteX7" fmla="*/ 1892300 w 4064000"/>
              <a:gd name="connsiteY7" fmla="*/ 215911 h 1041411"/>
              <a:gd name="connsiteX8" fmla="*/ 2387600 w 4064000"/>
              <a:gd name="connsiteY8" fmla="*/ 546111 h 1041411"/>
              <a:gd name="connsiteX9" fmla="*/ 2705100 w 4064000"/>
              <a:gd name="connsiteY9" fmla="*/ 457211 h 1041411"/>
              <a:gd name="connsiteX10" fmla="*/ 3390900 w 4064000"/>
              <a:gd name="connsiteY10" fmla="*/ 431811 h 1041411"/>
              <a:gd name="connsiteX11" fmla="*/ 4064000 w 4064000"/>
              <a:gd name="connsiteY11" fmla="*/ 431811 h 1041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64000" h="1041411">
                <a:moveTo>
                  <a:pt x="0" y="457211"/>
                </a:moveTo>
                <a:cubicBezTo>
                  <a:pt x="176741" y="749311"/>
                  <a:pt x="353483" y="1041411"/>
                  <a:pt x="482600" y="1041411"/>
                </a:cubicBezTo>
                <a:cubicBezTo>
                  <a:pt x="611717" y="1041411"/>
                  <a:pt x="690033" y="630778"/>
                  <a:pt x="774700" y="457211"/>
                </a:cubicBezTo>
                <a:cubicBezTo>
                  <a:pt x="859367" y="283644"/>
                  <a:pt x="927100" y="-2106"/>
                  <a:pt x="990600" y="11"/>
                </a:cubicBezTo>
                <a:cubicBezTo>
                  <a:pt x="1054100" y="2128"/>
                  <a:pt x="1081617" y="338678"/>
                  <a:pt x="1155700" y="469911"/>
                </a:cubicBezTo>
                <a:cubicBezTo>
                  <a:pt x="1229783" y="601144"/>
                  <a:pt x="1356783" y="791644"/>
                  <a:pt x="1435100" y="787411"/>
                </a:cubicBezTo>
                <a:cubicBezTo>
                  <a:pt x="1513417" y="783178"/>
                  <a:pt x="1549400" y="539761"/>
                  <a:pt x="1625600" y="444511"/>
                </a:cubicBezTo>
                <a:cubicBezTo>
                  <a:pt x="1701800" y="349261"/>
                  <a:pt x="1765300" y="198978"/>
                  <a:pt x="1892300" y="215911"/>
                </a:cubicBezTo>
                <a:cubicBezTo>
                  <a:pt x="2019300" y="232844"/>
                  <a:pt x="2252133" y="505894"/>
                  <a:pt x="2387600" y="546111"/>
                </a:cubicBezTo>
                <a:cubicBezTo>
                  <a:pt x="2523067" y="586328"/>
                  <a:pt x="2537883" y="476261"/>
                  <a:pt x="2705100" y="457211"/>
                </a:cubicBezTo>
                <a:cubicBezTo>
                  <a:pt x="2872317" y="438161"/>
                  <a:pt x="3164417" y="436044"/>
                  <a:pt x="3390900" y="431811"/>
                </a:cubicBezTo>
                <a:cubicBezTo>
                  <a:pt x="3617383" y="427578"/>
                  <a:pt x="3840691" y="429694"/>
                  <a:pt x="4064000" y="43181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DF6C97-F92D-65B2-90EF-51BB9F503151}"/>
              </a:ext>
            </a:extLst>
          </p:cNvPr>
          <p:cNvSpPr txBox="1"/>
          <p:nvPr/>
        </p:nvSpPr>
        <p:spPr>
          <a:xfrm>
            <a:off x="1812697" y="51742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AF70B6-BBC2-1A24-C67A-2811AF0B2EEC}"/>
              </a:ext>
            </a:extLst>
          </p:cNvPr>
          <p:cNvSpPr txBox="1"/>
          <p:nvPr/>
        </p:nvSpPr>
        <p:spPr>
          <a:xfrm>
            <a:off x="1992065" y="435506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c1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527DCE-024A-D6CA-C578-F6CF270FAE64}"/>
              </a:ext>
            </a:extLst>
          </p:cNvPr>
          <p:cNvSpPr txBox="1"/>
          <p:nvPr/>
        </p:nvSpPr>
        <p:spPr>
          <a:xfrm>
            <a:off x="2264978" y="38688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d1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F9B896-61C8-7DE1-5B70-EFA676B8816B}"/>
              </a:ext>
            </a:extLst>
          </p:cNvPr>
          <p:cNvSpPr txBox="1"/>
          <p:nvPr/>
        </p:nvSpPr>
        <p:spPr>
          <a:xfrm>
            <a:off x="2541353" y="427738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a2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186BA9-7239-64F4-50EE-63F8047B9E68}"/>
              </a:ext>
            </a:extLst>
          </p:cNvPr>
          <p:cNvSpPr txBox="1"/>
          <p:nvPr/>
        </p:nvSpPr>
        <p:spPr>
          <a:xfrm>
            <a:off x="2765479" y="490639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b2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3F5784-155B-663B-8601-6B59BD1AEC20}"/>
              </a:ext>
            </a:extLst>
          </p:cNvPr>
          <p:cNvSpPr txBox="1"/>
          <p:nvPr/>
        </p:nvSpPr>
        <p:spPr>
          <a:xfrm>
            <a:off x="2929054" y="429053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c2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6D8A3B-2C6B-E315-C6BC-C1A30781BBFC}"/>
              </a:ext>
            </a:extLst>
          </p:cNvPr>
          <p:cNvSpPr txBox="1"/>
          <p:nvPr/>
        </p:nvSpPr>
        <p:spPr>
          <a:xfrm>
            <a:off x="3273415" y="40989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d2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38FE1F-22CE-73FB-E418-928F934E0BBE}"/>
              </a:ext>
            </a:extLst>
          </p:cNvPr>
          <p:cNvSpPr txBox="1"/>
          <p:nvPr/>
        </p:nvSpPr>
        <p:spPr>
          <a:xfrm>
            <a:off x="2533394" y="5554594"/>
            <a:ext cx="4451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PB = positive big, PM = positive medium</a:t>
            </a:r>
          </a:p>
          <a:p>
            <a:r>
              <a:rPr lang="en-US" altLang="ko-KR" dirty="0"/>
              <a:t>PS = positive small, Z   = zero</a:t>
            </a:r>
          </a:p>
          <a:p>
            <a:r>
              <a:rPr lang="en-US" altLang="ko-KR" dirty="0"/>
              <a:t>NS = negative small, NM = negative medium</a:t>
            </a:r>
          </a:p>
          <a:p>
            <a:r>
              <a:rPr lang="en-US" altLang="ko-KR" dirty="0"/>
              <a:t>NB = negative big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5" name="표 75">
                <a:extLst>
                  <a:ext uri="{FF2B5EF4-FFF2-40B4-BE49-F238E27FC236}">
                    <a16:creationId xmlns:a16="http://schemas.microsoft.com/office/drawing/2014/main" id="{76ED53FC-0D3E-3979-D088-B8BD8CAA4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872083"/>
                  </p:ext>
                </p:extLst>
              </p:nvPr>
            </p:nvGraphicFramePr>
            <p:xfrm>
              <a:off x="7188093" y="3796575"/>
              <a:ext cx="3593791" cy="2902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441">
                      <a:extLst>
                        <a:ext uri="{9D8B030D-6E8A-4147-A177-3AD203B41FA5}">
                          <a16:colId xmlns:a16="http://schemas.microsoft.com/office/drawing/2014/main" val="2911342689"/>
                        </a:ext>
                      </a:extLst>
                    </a:gridCol>
                    <a:gridCol w="503956">
                      <a:extLst>
                        <a:ext uri="{9D8B030D-6E8A-4147-A177-3AD203B41FA5}">
                          <a16:colId xmlns:a16="http://schemas.microsoft.com/office/drawing/2014/main" val="2819306590"/>
                        </a:ext>
                      </a:extLst>
                    </a:gridCol>
                    <a:gridCol w="402534">
                      <a:extLst>
                        <a:ext uri="{9D8B030D-6E8A-4147-A177-3AD203B41FA5}">
                          <a16:colId xmlns:a16="http://schemas.microsoft.com/office/drawing/2014/main" val="151237690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423530455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904439825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40944952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5590651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254489811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837856121"/>
                        </a:ext>
                      </a:extLst>
                    </a:gridCol>
                  </a:tblGrid>
                  <a:tr h="239603">
                    <a:tc gridSpan="9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altLang="ko-KR" sz="1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299096"/>
                      </a:ext>
                    </a:extLst>
                  </a:tr>
                  <a:tr h="324743">
                    <a:tc rowSpan="8">
                      <a:txBody>
                        <a:bodyPr/>
                        <a:lstStyle/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r>
                            <a:rPr lang="en-US" altLang="ko-KR" dirty="0"/>
                            <a:t>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1505759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941400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0654553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001571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6524752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420827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634712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85713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5" name="표 75">
                <a:extLst>
                  <a:ext uri="{FF2B5EF4-FFF2-40B4-BE49-F238E27FC236}">
                    <a16:creationId xmlns:a16="http://schemas.microsoft.com/office/drawing/2014/main" id="{76ED53FC-0D3E-3979-D088-B8BD8CAA4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872083"/>
                  </p:ext>
                </p:extLst>
              </p:nvPr>
            </p:nvGraphicFramePr>
            <p:xfrm>
              <a:off x="7188093" y="3796575"/>
              <a:ext cx="3593791" cy="2902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441">
                      <a:extLst>
                        <a:ext uri="{9D8B030D-6E8A-4147-A177-3AD203B41FA5}">
                          <a16:colId xmlns:a16="http://schemas.microsoft.com/office/drawing/2014/main" val="2911342689"/>
                        </a:ext>
                      </a:extLst>
                    </a:gridCol>
                    <a:gridCol w="503956">
                      <a:extLst>
                        <a:ext uri="{9D8B030D-6E8A-4147-A177-3AD203B41FA5}">
                          <a16:colId xmlns:a16="http://schemas.microsoft.com/office/drawing/2014/main" val="2819306590"/>
                        </a:ext>
                      </a:extLst>
                    </a:gridCol>
                    <a:gridCol w="402534">
                      <a:extLst>
                        <a:ext uri="{9D8B030D-6E8A-4147-A177-3AD203B41FA5}">
                          <a16:colId xmlns:a16="http://schemas.microsoft.com/office/drawing/2014/main" val="151237690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423530455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904439825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40944952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5590651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254489811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837856121"/>
                        </a:ext>
                      </a:extLst>
                    </a:gridCol>
                  </a:tblGrid>
                  <a:tr h="304800">
                    <a:tc gridSpan="9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0"/>
                          <a:stretch>
                            <a:fillRect l="-169" t="-2000" r="-678" b="-86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299096"/>
                      </a:ext>
                    </a:extLst>
                  </a:tr>
                  <a:tr h="324743">
                    <a:tc rowSpan="8">
                      <a:txBody>
                        <a:bodyPr/>
                        <a:lstStyle/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r>
                            <a:rPr lang="en-US" altLang="ko-KR" dirty="0"/>
                            <a:t>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1505759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941400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0654553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001571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6524752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420827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634712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85713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749E5899-1AFF-427D-F5E1-2F29269C9F2F}"/>
              </a:ext>
            </a:extLst>
          </p:cNvPr>
          <p:cNvSpPr txBox="1"/>
          <p:nvPr/>
        </p:nvSpPr>
        <p:spPr>
          <a:xfrm>
            <a:off x="1027823" y="50883"/>
            <a:ext cx="4215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2.3 </a:t>
            </a:r>
            <a:r>
              <a:rPr lang="en-US" altLang="ko-KR" sz="3600" dirty="0">
                <a:solidFill>
                  <a:srgbClr val="FFFF00"/>
                </a:solidFill>
              </a:rPr>
              <a:t>Control</a:t>
            </a:r>
            <a:r>
              <a:rPr lang="en-US" altLang="ko-KR" sz="2800" dirty="0">
                <a:solidFill>
                  <a:srgbClr val="FFFF00"/>
                </a:solidFill>
              </a:rPr>
              <a:t> </a:t>
            </a:r>
            <a:r>
              <a:rPr lang="en-US" altLang="ko-KR" sz="3600" dirty="0">
                <a:solidFill>
                  <a:srgbClr val="FFFF00"/>
                </a:solidFill>
              </a:rPr>
              <a:t>Rule, basic</a:t>
            </a:r>
            <a:r>
              <a:rPr lang="ko-KR" altLang="en-US" sz="3600" dirty="0">
                <a:solidFill>
                  <a:srgbClr val="FFFF00"/>
                </a:solidFill>
              </a:rPr>
              <a:t> 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C519CB-A4A8-9EA6-0E83-D27EE8D42744}"/>
              </a:ext>
            </a:extLst>
          </p:cNvPr>
          <p:cNvSpPr txBox="1"/>
          <p:nvPr/>
        </p:nvSpPr>
        <p:spPr>
          <a:xfrm>
            <a:off x="1305466" y="429274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E221340-82CA-8B43-CBA3-CC411998FF60}"/>
                  </a:ext>
                </a:extLst>
              </p:cNvPr>
              <p:cNvSpPr txBox="1"/>
              <p:nvPr/>
            </p:nvSpPr>
            <p:spPr>
              <a:xfrm>
                <a:off x="6960873" y="50883"/>
                <a:ext cx="5078788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a1</a:t>
                </a:r>
                <a:r>
                  <a:rPr lang="en-US" altLang="ko-KR" dirty="0"/>
                  <a:t>: If e is PB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Zero, then u is PB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R1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a2</a:t>
                </a:r>
                <a:r>
                  <a:rPr lang="en-US" altLang="ko-KR" dirty="0"/>
                  <a:t>: If e is PM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PM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R2</a:t>
                </a:r>
                <a:endParaRPr lang="en-US" altLang="ko-KR" dirty="0"/>
              </a:p>
              <a:p>
                <a:r>
                  <a:rPr lang="en-US" altLang="ko-KR" dirty="0"/>
                  <a:t>    : If e is PS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PS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R3</a:t>
                </a:r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    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Z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    R4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c2</a:t>
                </a:r>
                <a:r>
                  <a:rPr lang="en-US" altLang="ko-KR" dirty="0"/>
                  <a:t>: If e is NS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R5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c1</a:t>
                </a:r>
                <a:r>
                  <a:rPr lang="en-US" altLang="ko-KR" dirty="0"/>
                  <a:t>: If e is NM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NM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R6</a:t>
                </a:r>
              </a:p>
              <a:p>
                <a:r>
                  <a:rPr lang="en-US" altLang="ko-KR" dirty="0"/>
                  <a:t>    : If e is NB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NB   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R7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b1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NB, then u is NB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R8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b2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NM, then u is NM</a:t>
                </a:r>
                <a:r>
                  <a:rPr lang="en-US" altLang="ko-KR" dirty="0">
                    <a:sym typeface="Wingdings" panose="05000000000000000000" pitchFamily="2" charset="2"/>
                  </a:rPr>
                  <a:t>    R9</a:t>
                </a:r>
                <a:endParaRPr lang="en-US" altLang="ko-KR" dirty="0"/>
              </a:p>
              <a:p>
                <a:r>
                  <a:rPr lang="en-US" altLang="ko-KR" dirty="0"/>
                  <a:t>    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NS, then u is NS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R10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d2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PS, then u is PS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 R11</a:t>
                </a:r>
              </a:p>
              <a:p>
                <a:r>
                  <a:rPr lang="en-US" altLang="ko-KR" dirty="0"/>
                  <a:t>    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PM, then u is PM</a:t>
                </a:r>
                <a:r>
                  <a:rPr lang="en-US" altLang="ko-KR" dirty="0">
                    <a:sym typeface="Wingdings" panose="05000000000000000000" pitchFamily="2" charset="2"/>
                  </a:rPr>
                  <a:t>    R12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d1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PB, then u is PB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 R13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E221340-82CA-8B43-CBA3-CC411998F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873" y="50883"/>
                <a:ext cx="5078788" cy="3693319"/>
              </a:xfrm>
              <a:prstGeom prst="rect">
                <a:avLst/>
              </a:prstGeom>
              <a:blipFill>
                <a:blip r:embed="rId11"/>
                <a:stretch>
                  <a:fillRect l="-1080" t="-825" b="-1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01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75">
                <a:extLst>
                  <a:ext uri="{FF2B5EF4-FFF2-40B4-BE49-F238E27FC236}">
                    <a16:creationId xmlns:a16="http://schemas.microsoft.com/office/drawing/2014/main" id="{2652F7A7-A14F-CAEE-BDF7-B57FCA0A87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253088"/>
                  </p:ext>
                </p:extLst>
              </p:nvPr>
            </p:nvGraphicFramePr>
            <p:xfrm>
              <a:off x="1240584" y="1246916"/>
              <a:ext cx="3593791" cy="32391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441">
                      <a:extLst>
                        <a:ext uri="{9D8B030D-6E8A-4147-A177-3AD203B41FA5}">
                          <a16:colId xmlns:a16="http://schemas.microsoft.com/office/drawing/2014/main" val="2911342689"/>
                        </a:ext>
                      </a:extLst>
                    </a:gridCol>
                    <a:gridCol w="503956">
                      <a:extLst>
                        <a:ext uri="{9D8B030D-6E8A-4147-A177-3AD203B41FA5}">
                          <a16:colId xmlns:a16="http://schemas.microsoft.com/office/drawing/2014/main" val="2819306590"/>
                        </a:ext>
                      </a:extLst>
                    </a:gridCol>
                    <a:gridCol w="402534">
                      <a:extLst>
                        <a:ext uri="{9D8B030D-6E8A-4147-A177-3AD203B41FA5}">
                          <a16:colId xmlns:a16="http://schemas.microsoft.com/office/drawing/2014/main" val="151237690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423530455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904439825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40944952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5590651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254489811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837856121"/>
                        </a:ext>
                      </a:extLst>
                    </a:gridCol>
                  </a:tblGrid>
                  <a:tr h="239603">
                    <a:tc gridSpan="9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altLang="ko-KR" sz="1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299096"/>
                      </a:ext>
                    </a:extLst>
                  </a:tr>
                  <a:tr h="324743">
                    <a:tc rowSpan="8">
                      <a:txBody>
                        <a:bodyPr/>
                        <a:lstStyle/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r>
                            <a:rPr lang="en-US" altLang="ko-KR" dirty="0"/>
                            <a:t>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1505759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/>
                        </a:p>
                      </a:txBody>
                      <a:tcPr/>
                    </a:tc>
                    <a:tc rowSpan="3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/>
                            <a:t>NM</a:t>
                          </a: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941400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>
                              <a:solidFill>
                                <a:srgbClr val="FF0000"/>
                              </a:solidFill>
                            </a:rPr>
                            <a:t>NM</a:t>
                          </a:r>
                          <a:endParaRPr lang="ko-KR" altLang="en-US" sz="105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0654553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/>
                            <a:t>NM</a:t>
                          </a: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NS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001571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NB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>
                              <a:solidFill>
                                <a:srgbClr val="FF0000"/>
                              </a:solidFill>
                            </a:rPr>
                            <a:t>NM</a:t>
                          </a:r>
                          <a:endParaRPr lang="ko-KR" altLang="en-US" sz="105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PS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6524752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     PB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420827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PM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 rowSpan="2"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634712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 gridSpan="3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85713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75">
                <a:extLst>
                  <a:ext uri="{FF2B5EF4-FFF2-40B4-BE49-F238E27FC236}">
                    <a16:creationId xmlns:a16="http://schemas.microsoft.com/office/drawing/2014/main" id="{2652F7A7-A14F-CAEE-BDF7-B57FCA0A87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253088"/>
                  </p:ext>
                </p:extLst>
              </p:nvPr>
            </p:nvGraphicFramePr>
            <p:xfrm>
              <a:off x="1240584" y="1246916"/>
              <a:ext cx="3593791" cy="2902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441">
                      <a:extLst>
                        <a:ext uri="{9D8B030D-6E8A-4147-A177-3AD203B41FA5}">
                          <a16:colId xmlns:a16="http://schemas.microsoft.com/office/drawing/2014/main" val="2911342689"/>
                        </a:ext>
                      </a:extLst>
                    </a:gridCol>
                    <a:gridCol w="503956">
                      <a:extLst>
                        <a:ext uri="{9D8B030D-6E8A-4147-A177-3AD203B41FA5}">
                          <a16:colId xmlns:a16="http://schemas.microsoft.com/office/drawing/2014/main" val="2819306590"/>
                        </a:ext>
                      </a:extLst>
                    </a:gridCol>
                    <a:gridCol w="402534">
                      <a:extLst>
                        <a:ext uri="{9D8B030D-6E8A-4147-A177-3AD203B41FA5}">
                          <a16:colId xmlns:a16="http://schemas.microsoft.com/office/drawing/2014/main" val="151237690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423530455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904439825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40944952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55906517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254489811"/>
                        </a:ext>
                      </a:extLst>
                    </a:gridCol>
                    <a:gridCol w="399310">
                      <a:extLst>
                        <a:ext uri="{9D8B030D-6E8A-4147-A177-3AD203B41FA5}">
                          <a16:colId xmlns:a16="http://schemas.microsoft.com/office/drawing/2014/main" val="3837856121"/>
                        </a:ext>
                      </a:extLst>
                    </a:gridCol>
                  </a:tblGrid>
                  <a:tr h="304800">
                    <a:tc gridSpan="9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9" t="-2000" r="-677" b="-858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299096"/>
                      </a:ext>
                    </a:extLst>
                  </a:tr>
                  <a:tr h="324743">
                    <a:tc rowSpan="8">
                      <a:txBody>
                        <a:bodyPr/>
                        <a:lstStyle/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endParaRPr lang="en-US" altLang="ko-KR" dirty="0"/>
                        </a:p>
                        <a:p>
                          <a:pPr latinLnBrk="1"/>
                          <a:r>
                            <a:rPr lang="en-US" altLang="ko-KR" dirty="0"/>
                            <a:t>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/>
                            <a:t>NM</a:t>
                          </a:r>
                          <a:endParaRPr lang="ko-KR" altLang="en-US" sz="105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1505759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/>
                        </a:p>
                      </a:txBody>
                      <a:tcPr/>
                    </a:tc>
                    <a:tc rowSpan="3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dirty="0"/>
                            <a:t>NM</a:t>
                          </a: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941400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>
                              <a:solidFill>
                                <a:srgbClr val="FF0000"/>
                              </a:solidFill>
                            </a:rPr>
                            <a:t>NM</a:t>
                          </a:r>
                          <a:endParaRPr lang="ko-KR" altLang="en-US" sz="105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0654553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NB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/>
                            <a:t>NM</a:t>
                          </a:r>
                          <a:endParaRPr lang="ko-KR" alt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NS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001571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NB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50" dirty="0">
                              <a:solidFill>
                                <a:srgbClr val="FF0000"/>
                              </a:solidFill>
                            </a:rPr>
                            <a:t>NM</a:t>
                          </a:r>
                          <a:endParaRPr lang="ko-KR" altLang="en-US" sz="105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PS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6524752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     PB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420827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NS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PM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 rowSpan="2"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6347124"/>
                      </a:ext>
                    </a:extLst>
                  </a:tr>
                  <a:tr h="32474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Z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PS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/>
                            <a:t>PM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</a:rPr>
                            <a:t>PB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 gridSpan="3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/>
                            <a:t>PB</a:t>
                          </a:r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85713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E502C3-DA65-8CA0-50E2-50A122F5E45C}"/>
              </a:ext>
            </a:extLst>
          </p:cNvPr>
          <p:cNvSpPr txBox="1"/>
          <p:nvPr/>
        </p:nvSpPr>
        <p:spPr>
          <a:xfrm>
            <a:off x="1344494" y="556290"/>
            <a:ext cx="2666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Revised Control Rule</a:t>
            </a:r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C31C52-F5FF-EF7D-F695-20BCFC54ACB6}"/>
                  </a:ext>
                </a:extLst>
              </p:cNvPr>
              <p:cNvSpPr txBox="1"/>
              <p:nvPr/>
            </p:nvSpPr>
            <p:spPr>
              <a:xfrm>
                <a:off x="6096000" y="654627"/>
                <a:ext cx="5078788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a1</a:t>
                </a:r>
                <a:r>
                  <a:rPr lang="en-US" altLang="ko-KR" dirty="0"/>
                  <a:t>: If e is PB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Zero, then u is PB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R1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a2</a:t>
                </a:r>
                <a:r>
                  <a:rPr lang="en-US" altLang="ko-KR" dirty="0"/>
                  <a:t>: If e is PM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PM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R2</a:t>
                </a:r>
                <a:endParaRPr lang="en-US" altLang="ko-KR" dirty="0"/>
              </a:p>
              <a:p>
                <a:r>
                  <a:rPr lang="en-US" altLang="ko-KR" dirty="0"/>
                  <a:t>    : If e is PS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PS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R3</a:t>
                </a:r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    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Z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    R4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c2</a:t>
                </a:r>
                <a:r>
                  <a:rPr lang="en-US" altLang="ko-KR" dirty="0"/>
                  <a:t>: If e is NS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R5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c1</a:t>
                </a:r>
                <a:r>
                  <a:rPr lang="en-US" altLang="ko-KR" dirty="0"/>
                  <a:t>: If e is NM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NM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R6</a:t>
                </a:r>
              </a:p>
              <a:p>
                <a:r>
                  <a:rPr lang="en-US" altLang="ko-KR" dirty="0"/>
                  <a:t>    : If e is NB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Z, then u is NB    </a:t>
                </a:r>
                <a:r>
                  <a:rPr lang="en-US" altLang="ko-KR" dirty="0">
                    <a:sym typeface="Wingdings" panose="05000000000000000000" pitchFamily="2" charset="2"/>
                  </a:rPr>
                  <a:t> R7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b1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NB, then u is NB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 R8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b2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NM, then u is NM</a:t>
                </a:r>
                <a:r>
                  <a:rPr lang="en-US" altLang="ko-KR" dirty="0">
                    <a:sym typeface="Wingdings" panose="05000000000000000000" pitchFamily="2" charset="2"/>
                  </a:rPr>
                  <a:t>    R9</a:t>
                </a:r>
                <a:endParaRPr lang="en-US" altLang="ko-KR" dirty="0"/>
              </a:p>
              <a:p>
                <a:r>
                  <a:rPr lang="en-US" altLang="ko-KR" dirty="0"/>
                  <a:t>    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NS, then u is NS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 R10</a:t>
                </a:r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d2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PS, then u is PS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 R11</a:t>
                </a:r>
              </a:p>
              <a:p>
                <a:r>
                  <a:rPr lang="en-US" altLang="ko-KR" dirty="0"/>
                  <a:t>    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PM, then u is PM</a:t>
                </a:r>
                <a:r>
                  <a:rPr lang="en-US" altLang="ko-KR" dirty="0">
                    <a:sym typeface="Wingdings" panose="05000000000000000000" pitchFamily="2" charset="2"/>
                  </a:rPr>
                  <a:t>    R12</a:t>
                </a:r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d1</a:t>
                </a:r>
                <a:r>
                  <a:rPr lang="en-US" altLang="ko-KR" dirty="0"/>
                  <a:t>: If e is Z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is PB, then u is PB</a:t>
                </a:r>
                <a:r>
                  <a:rPr lang="en-US" altLang="ko-KR" dirty="0">
                    <a:sym typeface="Wingdings" panose="05000000000000000000" pitchFamily="2" charset="2"/>
                  </a:rPr>
                  <a:t>       R13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C31C52-F5FF-EF7D-F695-20BCFC54A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54627"/>
                <a:ext cx="5078788" cy="3693319"/>
              </a:xfrm>
              <a:prstGeom prst="rect">
                <a:avLst/>
              </a:prstGeom>
              <a:blipFill>
                <a:blip r:embed="rId4"/>
                <a:stretch>
                  <a:fillRect l="-960" t="-825" b="-1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B93DB90-71D0-72D5-3A26-2E113599D478}"/>
              </a:ext>
            </a:extLst>
          </p:cNvPr>
          <p:cNvSpPr txBox="1"/>
          <p:nvPr/>
        </p:nvSpPr>
        <p:spPr>
          <a:xfrm>
            <a:off x="1541578" y="4862945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추가</a:t>
            </a:r>
            <a:r>
              <a:rPr lang="en-US" altLang="ko-KR" dirty="0"/>
              <a:t> </a:t>
            </a:r>
            <a:r>
              <a:rPr lang="ko-KR" altLang="en-US" dirty="0"/>
              <a:t>제어규칙은 실험으로 우수한 규칙을 선택</a:t>
            </a:r>
          </a:p>
        </p:txBody>
      </p:sp>
    </p:spTree>
    <p:extLst>
      <p:ext uri="{BB962C8B-B14F-4D97-AF65-F5344CB8AC3E}">
        <p14:creationId xmlns:p14="http://schemas.microsoft.com/office/powerpoint/2010/main" val="14717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20E3F-2675-7DA5-5B4A-76C58CAC1B6C}"/>
              </a:ext>
            </a:extLst>
          </p:cNvPr>
          <p:cNvSpPr txBox="1"/>
          <p:nvPr/>
        </p:nvSpPr>
        <p:spPr>
          <a:xfrm>
            <a:off x="1027823" y="50883"/>
            <a:ext cx="6900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2.4 Autopilot system</a:t>
            </a:r>
            <a:r>
              <a:rPr lang="ko-KR" altLang="en-US" sz="2800" dirty="0">
                <a:solidFill>
                  <a:srgbClr val="FFFF00"/>
                </a:solidFill>
              </a:rPr>
              <a:t>에 적용 </a:t>
            </a:r>
            <a:r>
              <a:rPr lang="en-US" altLang="ko-KR" sz="2800" dirty="0">
                <a:solidFill>
                  <a:srgbClr val="FFFF00"/>
                </a:solidFill>
              </a:rPr>
              <a:t>(Heading Control)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80D78-8BC5-CA25-44B2-3E4A73E9C7B0}"/>
              </a:ext>
            </a:extLst>
          </p:cNvPr>
          <p:cNvSpPr txBox="1"/>
          <p:nvPr/>
        </p:nvSpPr>
        <p:spPr>
          <a:xfrm>
            <a:off x="1541715" y="812964"/>
            <a:ext cx="9189952" cy="1294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조타기는</a:t>
            </a:r>
            <a:r>
              <a:rPr lang="en-US" altLang="ko-KR" dirty="0"/>
              <a:t> port 25</a:t>
            </a:r>
            <a:r>
              <a:rPr lang="ko-KR" altLang="en-US" dirty="0"/>
              <a:t>도</a:t>
            </a:r>
            <a:r>
              <a:rPr lang="en-US" altLang="ko-KR" dirty="0"/>
              <a:t>, starboard 25</a:t>
            </a:r>
            <a:r>
              <a:rPr lang="ko-KR" altLang="en-US" dirty="0"/>
              <a:t>도로 동작 </a:t>
            </a:r>
            <a:r>
              <a:rPr lang="en-US" altLang="ko-KR" dirty="0"/>
              <a:t>(</a:t>
            </a:r>
            <a:r>
              <a:rPr lang="ko-KR" altLang="en-US" dirty="0"/>
              <a:t>동작 최대각도</a:t>
            </a:r>
            <a:r>
              <a:rPr lang="en-US" altLang="ko-KR" dirty="0"/>
              <a:t>: hard port , hard </a:t>
            </a:r>
            <a:r>
              <a:rPr lang="en-US" altLang="ko-KR" dirty="0" err="1"/>
              <a:t>stbd</a:t>
            </a:r>
            <a:r>
              <a:rPr lang="ko-KR" altLang="en-US" dirty="0"/>
              <a:t>라고 함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Heading </a:t>
            </a:r>
            <a:r>
              <a:rPr lang="ko-KR" altLang="en-US" dirty="0"/>
              <a:t>최대 오차각도는 </a:t>
            </a:r>
            <a:r>
              <a:rPr lang="en-US" altLang="ko-KR" dirty="0"/>
              <a:t>+,- 25</a:t>
            </a:r>
            <a:r>
              <a:rPr lang="ko-KR" altLang="en-US" dirty="0"/>
              <a:t>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조타기</a:t>
            </a:r>
            <a:r>
              <a:rPr lang="en-US" altLang="ko-KR" dirty="0"/>
              <a:t> 0</a:t>
            </a:r>
            <a:r>
              <a:rPr lang="ko-KR" altLang="en-US" dirty="0"/>
              <a:t>도일 때 </a:t>
            </a:r>
            <a:r>
              <a:rPr lang="en-US" altLang="ko-KR" dirty="0"/>
              <a:t>Midship</a:t>
            </a:r>
            <a:r>
              <a:rPr lang="ko-KR" altLang="en-US" dirty="0"/>
              <a:t>이라고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32E3B2F-5975-6812-FE71-B123DE066284}"/>
              </a:ext>
            </a:extLst>
          </p:cNvPr>
          <p:cNvGrpSpPr/>
          <p:nvPr/>
        </p:nvGrpSpPr>
        <p:grpSpPr>
          <a:xfrm>
            <a:off x="2637326" y="2173066"/>
            <a:ext cx="6574149" cy="1787446"/>
            <a:chOff x="2808925" y="3014618"/>
            <a:chExt cx="6574149" cy="178744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B96021-70D5-C9EB-0F92-004AF3110E73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1AF2B4E8-38FB-4100-D06A-59012FE5B9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0878237A-A300-8CF1-4E14-1B2D663C17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74F81752-4A2D-6348-71E2-E8AE3C30E2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D5D8AA4B-7855-44CD-2B9C-1129196111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6B20591-5697-6741-881C-9CCD4C18A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BEE5E7D-8A6D-90C8-1828-9A73589CB2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3CD2B688-D859-5E45-4B76-83D49170FC4D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CE91AA-E195-7C91-2D46-93D372192DB8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8193E3-E912-D191-C9DF-43E86F72A01C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EAEAD2E0-14B9-31CB-CDC2-280863CD1A09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949B9C-E62E-55E5-97A9-CE7228F70078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49973-F3E7-57EC-F88F-34C759385AD8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0FEBA3-A3CF-3B26-B742-2EA153048DAF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398B88-97A1-1433-35AB-6372322A9265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AA1C45-5573-2106-AEC5-9AD11A37E440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FC759703-15BE-BE1B-7D25-4EFE96A3BD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232FD2-26C0-0352-1C52-2D3EBBA1B2A6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3BE199D-7481-6527-4C8C-80FCFE5016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C30865-DE8D-BF93-D81F-FA41C8C12634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737F70F9-6AF4-2A8D-F7E6-9295868A9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4B2F2-BDB1-9CAE-1BFB-AB100C5C2ECF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3ED6B4E-02F2-3124-A1E6-1B24B7EA96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0285EA9-6FC8-C131-9948-E4016BB1D0E1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01C041E-5E3C-F810-17B3-C151C82F6E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C072BA-BC9A-5938-A110-B7883B6ADA93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BC8C6E8A-4010-3B3E-4313-553E8F92C3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9BC8C6-3484-127F-1058-222F2D3424FD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9DA8E780-1703-0863-C174-1AE368774174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4E6AC-8C0B-C053-BC83-9127998BD055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14E04D98-488E-0603-DDDA-376AF413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328EF42-393B-6A36-628E-2E11CA6282A2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84B88ECB-C309-0480-9CC4-B135A9C852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5E7B47-8486-A64C-9167-82FC6649FF4C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39B223F-E62D-E65E-57F1-39261B31B63A}"/>
              </a:ext>
            </a:extLst>
          </p:cNvPr>
          <p:cNvGrpSpPr/>
          <p:nvPr/>
        </p:nvGrpSpPr>
        <p:grpSpPr>
          <a:xfrm>
            <a:off x="2585405" y="4145177"/>
            <a:ext cx="6081074" cy="1106280"/>
            <a:chOff x="2584301" y="5090647"/>
            <a:chExt cx="6081074" cy="1106280"/>
          </a:xfrm>
        </p:grpSpPr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397A100-A731-68B9-A400-F80614980863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45CCDC3-28F3-98CA-44B7-E2E94A3B9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38B005D7-B41F-2B23-5C28-76B4EB86AB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6EEBD2E-1113-568E-9466-9A8DC2E7D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BAC23AFB-6052-A0AB-AC2B-17B17654D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C4AA0DD0-A524-4E50-2271-ED2B276F2E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AF8D5D-7642-FC37-86E8-3FCA4337B245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19F2F58-E9FF-D424-5B50-E57D01A49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FBDC8217-1688-326F-54FB-2E27D5748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D83F958E-8216-7721-A92B-6075CA689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801DA05C-5D94-2D05-61F2-6A321EEFE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39E9CC78-A4C6-239D-B0F2-4363C6164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478E1C0-6027-20A9-DF86-457ECCE92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4CC2F111-A8AE-051F-8DF1-0088A9F8DC3E}"/>
                </a:ext>
              </a:extLst>
            </p:cNvPr>
            <p:cNvCxnSpPr>
              <a:stCxn id="63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DB1E7A75-3D4D-D8B9-C549-792F24DF3079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A6191E4A-9DBA-3CFE-15BB-C1F1EBA179B3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6B689D3-55EE-FA66-99FF-A0ABE4D6975A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01C6CFDA-6D50-5528-65B0-B61F3EEE31C1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A51A5332-9760-5388-9896-9733A2FD70CE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E9AF8B3-A5A1-D1AD-8766-D051B55DBA3B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5D94B3E2-5F30-C3C2-2FB7-A9DE8DD2BA4A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9D63353-EA2C-489B-0178-9EBE93EFA26B}"/>
                </a:ext>
              </a:extLst>
            </p:cNvPr>
            <p:cNvCxnSpPr>
              <a:stCxn id="63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A1DBBB7B-32FC-9CF3-F75F-ED384F96E880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1E425F79-1DF7-7C0B-0A35-8947AB6C6248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9870BE25-406D-C568-E5DD-AA18D77540C2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68E09A5B-ECAA-790C-F9DA-4D8BF58168A6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3F9663A-AA19-4858-F2A2-032E658884A5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3136ED6-337F-0A81-317C-D68F4452E528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18193F3-6851-6840-0DF9-FC98BD68BA9D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0C2BEC-F426-394B-5F7B-C290BB6895D2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17D9289-A03B-145E-7020-9BDB4D4F7D9E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A6D0576-65B3-4C3C-C140-59A1BAC7399E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0169F10-6156-D3FC-F6FF-0B25AC8A95C4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164BD8A-56BC-33DE-5DE7-14514D13C2AE}"/>
              </a:ext>
            </a:extLst>
          </p:cNvPr>
          <p:cNvSpPr txBox="1"/>
          <p:nvPr/>
        </p:nvSpPr>
        <p:spPr>
          <a:xfrm>
            <a:off x="8659026" y="4209705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오차각도 </a:t>
            </a:r>
            <a:r>
              <a:rPr lang="en-US" altLang="ko-KR" dirty="0"/>
              <a:t>e</a:t>
            </a:r>
            <a:r>
              <a:rPr lang="ko-KR" altLang="en-US" dirty="0"/>
              <a:t>퍼지화</a:t>
            </a:r>
          </a:p>
        </p:txBody>
      </p:sp>
    </p:spTree>
    <p:extLst>
      <p:ext uri="{BB962C8B-B14F-4D97-AF65-F5344CB8AC3E}">
        <p14:creationId xmlns:p14="http://schemas.microsoft.com/office/powerpoint/2010/main" val="1003004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20E3F-2675-7DA5-5B4A-76C58CAC1B6C}"/>
              </a:ext>
            </a:extLst>
          </p:cNvPr>
          <p:cNvSpPr txBox="1"/>
          <p:nvPr/>
        </p:nvSpPr>
        <p:spPr>
          <a:xfrm>
            <a:off x="1027823" y="50883"/>
            <a:ext cx="6900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2.4 Autopilot system</a:t>
            </a:r>
            <a:r>
              <a:rPr lang="ko-KR" altLang="en-US" sz="2800" dirty="0">
                <a:solidFill>
                  <a:srgbClr val="FFFF00"/>
                </a:solidFill>
              </a:rPr>
              <a:t>에 적용 </a:t>
            </a:r>
            <a:r>
              <a:rPr lang="en-US" altLang="ko-KR" sz="2800" dirty="0">
                <a:solidFill>
                  <a:srgbClr val="FFFF00"/>
                </a:solidFill>
              </a:rPr>
              <a:t>(Heading Control)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32E3B2F-5975-6812-FE71-B123DE066284}"/>
              </a:ext>
            </a:extLst>
          </p:cNvPr>
          <p:cNvGrpSpPr/>
          <p:nvPr/>
        </p:nvGrpSpPr>
        <p:grpSpPr>
          <a:xfrm>
            <a:off x="2246708" y="1203268"/>
            <a:ext cx="6574149" cy="1787446"/>
            <a:chOff x="2808925" y="3014618"/>
            <a:chExt cx="6574149" cy="178744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B96021-70D5-C9EB-0F92-004AF3110E73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1AF2B4E8-38FB-4100-D06A-59012FE5B9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0878237A-A300-8CF1-4E14-1B2D663C17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74F81752-4A2D-6348-71E2-E8AE3C30E2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D5D8AA4B-7855-44CD-2B9C-1129196111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6B20591-5697-6741-881C-9CCD4C18A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BEE5E7D-8A6D-90C8-1828-9A73589CB2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3CD2B688-D859-5E45-4B76-83D49170FC4D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CE91AA-E195-7C91-2D46-93D372192DB8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8193E3-E912-D191-C9DF-43E86F72A01C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EAEAD2E0-14B9-31CB-CDC2-280863CD1A09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949B9C-E62E-55E5-97A9-CE7228F70078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49973-F3E7-57EC-F88F-34C759385AD8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0FEBA3-A3CF-3B26-B742-2EA153048DAF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398B88-97A1-1433-35AB-6372322A9265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AA1C45-5573-2106-AEC5-9AD11A37E440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FC759703-15BE-BE1B-7D25-4EFE96A3BD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232FD2-26C0-0352-1C52-2D3EBBA1B2A6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3BE199D-7481-6527-4C8C-80FCFE5016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C30865-DE8D-BF93-D81F-FA41C8C12634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737F70F9-6AF4-2A8D-F7E6-9295868A9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4B2F2-BDB1-9CAE-1BFB-AB100C5C2ECF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3ED6B4E-02F2-3124-A1E6-1B24B7EA96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0285EA9-6FC8-C131-9948-E4016BB1D0E1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01C041E-5E3C-F810-17B3-C151C82F6E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C072BA-BC9A-5938-A110-B7883B6ADA93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BC8C6E8A-4010-3B3E-4313-553E8F92C3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9BC8C6-3484-127F-1058-222F2D3424FD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9DA8E780-1703-0863-C174-1AE368774174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4E6AC-8C0B-C053-BC83-9127998BD055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14E04D98-488E-0603-DDDA-376AF413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328EF42-393B-6A36-628E-2E11CA6282A2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84B88ECB-C309-0480-9CC4-B135A9C852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5E7B47-8486-A64C-9167-82FC6649FF4C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39B223F-E62D-E65E-57F1-39261B31B63A}"/>
              </a:ext>
            </a:extLst>
          </p:cNvPr>
          <p:cNvGrpSpPr/>
          <p:nvPr/>
        </p:nvGrpSpPr>
        <p:grpSpPr>
          <a:xfrm>
            <a:off x="2246708" y="3327779"/>
            <a:ext cx="6081074" cy="1106280"/>
            <a:chOff x="2584301" y="5090647"/>
            <a:chExt cx="6081074" cy="1106280"/>
          </a:xfrm>
        </p:grpSpPr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397A100-A731-68B9-A400-F80614980863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45CCDC3-28F3-98CA-44B7-E2E94A3B9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38B005D7-B41F-2B23-5C28-76B4EB86AB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6EEBD2E-1113-568E-9466-9A8DC2E7D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BAC23AFB-6052-A0AB-AC2B-17B17654D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C4AA0DD0-A524-4E50-2271-ED2B276F2E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AF8D5D-7642-FC37-86E8-3FCA4337B245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19F2F58-E9FF-D424-5B50-E57D01A49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FBDC8217-1688-326F-54FB-2E27D5748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D83F958E-8216-7721-A92B-6075CA689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801DA05C-5D94-2D05-61F2-6A321EEFE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39E9CC78-A4C6-239D-B0F2-4363C6164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478E1C0-6027-20A9-DF86-457ECCE92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4CC2F111-A8AE-051F-8DF1-0088A9F8DC3E}"/>
                </a:ext>
              </a:extLst>
            </p:cNvPr>
            <p:cNvCxnSpPr>
              <a:stCxn id="63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DB1E7A75-3D4D-D8B9-C549-792F24DF3079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A6191E4A-9DBA-3CFE-15BB-C1F1EBA179B3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6B689D3-55EE-FA66-99FF-A0ABE4D6975A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01C6CFDA-6D50-5528-65B0-B61F3EEE31C1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A51A5332-9760-5388-9896-9733A2FD70CE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E9AF8B3-A5A1-D1AD-8766-D051B55DBA3B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5D94B3E2-5F30-C3C2-2FB7-A9DE8DD2BA4A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9D63353-EA2C-489B-0178-9EBE93EFA26B}"/>
                </a:ext>
              </a:extLst>
            </p:cNvPr>
            <p:cNvCxnSpPr>
              <a:stCxn id="63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A1DBBB7B-32FC-9CF3-F75F-ED384F96E880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1E425F79-1DF7-7C0B-0A35-8947AB6C6248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9870BE25-406D-C568-E5DD-AA18D77540C2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68E09A5B-ECAA-790C-F9DA-4D8BF58168A6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3F9663A-AA19-4858-F2A2-032E658884A5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3136ED6-337F-0A81-317C-D68F4452E528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18193F3-6851-6840-0DF9-FC98BD68BA9D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0C2BEC-F426-394B-5F7B-C290BB6895D2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17D9289-A03B-145E-7020-9BDB4D4F7D9E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A6D0576-65B3-4C3C-C140-59A1BAC7399E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0169F10-6156-D3FC-F6FF-0B25AC8A95C4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4A4FEC-E076-0235-0FEC-2470143A7C44}"/>
                  </a:ext>
                </a:extLst>
              </p:cNvPr>
              <p:cNvSpPr txBox="1"/>
              <p:nvPr/>
            </p:nvSpPr>
            <p:spPr>
              <a:xfrm>
                <a:off x="8571849" y="2082011"/>
                <a:ext cx="2018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오차 미분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각도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4A4FEC-E076-0235-0FEC-2470143A7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849" y="2082011"/>
                <a:ext cx="2018758" cy="369332"/>
              </a:xfrm>
              <a:prstGeom prst="rect">
                <a:avLst/>
              </a:prstGeom>
              <a:blipFill>
                <a:blip r:embed="rId3"/>
                <a:stretch>
                  <a:fillRect l="-2417"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6EC6D1-74CF-6685-BAD5-43C7922BCC9A}"/>
                  </a:ext>
                </a:extLst>
              </p:cNvPr>
              <p:cNvSpPr txBox="1"/>
              <p:nvPr/>
            </p:nvSpPr>
            <p:spPr>
              <a:xfrm>
                <a:off x="8469860" y="3631547"/>
                <a:ext cx="2762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오차 미분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각도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퍼지화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6EC6D1-74CF-6685-BAD5-43C7922BC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860" y="3631547"/>
                <a:ext cx="2762551" cy="369332"/>
              </a:xfrm>
              <a:prstGeom prst="rect">
                <a:avLst/>
              </a:prstGeom>
              <a:blipFill>
                <a:blip r:embed="rId4"/>
                <a:stretch>
                  <a:fillRect l="-1762" t="-11667" r="-110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93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B0CA0CD-885E-9DEB-73DE-1CC2C172A94B}"/>
              </a:ext>
            </a:extLst>
          </p:cNvPr>
          <p:cNvGrpSpPr/>
          <p:nvPr/>
        </p:nvGrpSpPr>
        <p:grpSpPr>
          <a:xfrm>
            <a:off x="2872320" y="3600561"/>
            <a:ext cx="6574149" cy="1787446"/>
            <a:chOff x="2808925" y="3014618"/>
            <a:chExt cx="6574149" cy="178744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AB75D31-8AFF-4E5A-D91C-7BC18059547D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A3A3C453-B659-EC35-3A09-419B4BC1FE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9B94D5D0-ABA2-7644-D73F-8E75FECCEC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DDB2055C-A1AA-ACD8-C13E-7BAEF4C5BB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BCF5F36-8BAB-DF0E-2131-132B6B43D7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4BD0C52-5E56-6A7A-AD95-71C56B194F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29333363-4365-3313-1C31-080EF128D7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B72A8D16-C52C-303E-93FC-05B444B4FBAA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EE689D-2667-DF53-D656-9DAA560E8307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4EDB4C-2C04-14CA-157B-691CD18210CB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7BECCDE5-22B3-10CC-ADE6-34AD0C005653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2D72F1-4C8E-16A4-F3A1-11BBE4A1BF18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F741A1-684C-ED8F-588D-3DB2A5638364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AF44B2-14A3-F86D-9BE6-5FED18958AEE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0645BA-ACC5-F3EC-77DC-DDF812DABA5F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31569B-1F86-C11D-F672-86DFAA3CFB3E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78F30B4B-2068-4858-51E0-B11BB90EC9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B718E-631E-2DBB-1102-1CC0B431FB52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812A2561-CCD8-BBEF-A358-52F60070B2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C45E88-A974-AF3D-E77F-18AD277FCBE9}"/>
                  </a:ext>
                </a:extLst>
              </p:cNvPr>
              <p:cNvSpPr txBox="1"/>
              <p:nvPr/>
            </p:nvSpPr>
            <p:spPr>
              <a:xfrm>
                <a:off x="480937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711FDD3A-8506-0AE4-17BE-BE5D2BB056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739F32-0715-8331-56D4-8754AA7654CD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23CBAB4C-B3F1-07C0-3F82-FADD79D84B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9F23A7-AB01-BEA2-36B1-B31DAFA221C6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E0EC3AE5-8D97-E60E-2533-31E81A0F56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D4503F-98F1-93DF-CDF9-5EC785D47781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E3B58B2B-C255-5CB6-E365-91B81727FB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7A9D3C7-6CDA-668E-615F-1062EFEC0505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F4B92300-6A53-C60F-8B74-31B47AE8BC04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C4F14A-5927-FDF3-8ABB-527899E11046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4087BB77-18C0-DDC3-1326-4CB37A5E97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0E2F042-D292-993B-DE6B-D3CF55AAC02F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5A608EB8-71BA-29BB-960E-51E583BFA2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851392-69DF-E311-F908-6B3D3FF005CB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AE2B4A6-3FDC-23E2-B8E8-7EA336932056}"/>
              </a:ext>
            </a:extLst>
          </p:cNvPr>
          <p:cNvGrpSpPr/>
          <p:nvPr/>
        </p:nvGrpSpPr>
        <p:grpSpPr>
          <a:xfrm>
            <a:off x="2819295" y="2235827"/>
            <a:ext cx="6081074" cy="1106280"/>
            <a:chOff x="2584301" y="5090647"/>
            <a:chExt cx="6081074" cy="110628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B0F6E1-EB1B-BA4B-A684-EF57DA6B0F2A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FA75250F-C93D-7D35-092E-92182D9D3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02F4B86-D062-2542-40CF-FE6A8D08A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6F1F36B-2A0F-00BF-0AFA-F154EFCBD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CFC7263D-FBB4-BDBA-DE9C-A59E23074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6B4FA36-3333-6CD1-3BC6-59FA824F4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EA6AC4-E730-B302-3F6A-7BCB93C98144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00908D91-F08B-ECD4-ECE8-414F4A86C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525E7EAC-696A-814C-FAEC-D1F870BC4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1D8BD59-A5AF-E1DF-9870-42443F416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63E6B132-2950-0372-0FAC-4B1A40AE4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BE3CFEE-E639-69D6-ACBC-E9D002A66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9836DA58-7449-36E6-B1A6-5663DD88B1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5057890-CF2C-7BD8-4FCF-10C27FA93932}"/>
                </a:ext>
              </a:extLst>
            </p:cNvPr>
            <p:cNvCxnSpPr>
              <a:stCxn id="44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B493697-13B0-55CD-4AFE-D20AED6324C9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16F3CED0-A9CD-61A6-5DFA-171D68535B71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53B453C7-AC37-3C6B-ECF8-75FEE390AE3C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6C1174C9-E354-D338-784B-37C5864DCFA3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777C1EDE-88A5-57CB-5235-31A3E31CA209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92288129-A875-2652-AD36-42463ED7BFB8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F1E11E5E-A3BE-CA7E-7380-5B307E26EEC6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BA2E62E-DCC1-8877-8808-413886B7D9D1}"/>
                </a:ext>
              </a:extLst>
            </p:cNvPr>
            <p:cNvCxnSpPr>
              <a:stCxn id="44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F07A71F-CBAA-AB32-5B09-6C24729CC78D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F03F291B-E95B-E0AB-3F28-E6C9E8C9F64C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46A6D13-36DE-B50D-0D5E-C0C25E9B59FE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68AF1F42-6C11-C8E9-875B-1F659B56CB86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F8FD6DE-9754-0BC2-59B8-EC6806B0F732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2EBE70-537C-4997-6AF7-0783364AB6D3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50A45D7-8BC7-6899-0527-7440DD717806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8286EC3-BA01-46B9-0193-EA0E6F3A3890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B3BB3A9-5438-23F7-7FAD-83776B03AFFD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06BB81F-A43B-0D35-5B70-84D1619354F2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091D59E-FDD1-C017-CC2E-45FEB741819F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7C0EA0E-56B1-D961-4B85-6ABCB1F0B6FB}"/>
              </a:ext>
            </a:extLst>
          </p:cNvPr>
          <p:cNvSpPr txBox="1"/>
          <p:nvPr/>
        </p:nvSpPr>
        <p:spPr>
          <a:xfrm>
            <a:off x="1027823" y="50883"/>
            <a:ext cx="6900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2.4 Autopilot system</a:t>
            </a:r>
            <a:r>
              <a:rPr lang="ko-KR" altLang="en-US" sz="2800" dirty="0">
                <a:solidFill>
                  <a:srgbClr val="FFFF00"/>
                </a:solidFill>
              </a:rPr>
              <a:t>에 적용 </a:t>
            </a:r>
            <a:r>
              <a:rPr lang="en-US" altLang="ko-KR" sz="2800" dirty="0">
                <a:solidFill>
                  <a:srgbClr val="FFFF00"/>
                </a:solidFill>
              </a:rPr>
              <a:t>(Heading Control)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76FA99-2533-9240-DF91-A250D95A63A4}"/>
              </a:ext>
            </a:extLst>
          </p:cNvPr>
          <p:cNvSpPr txBox="1"/>
          <p:nvPr/>
        </p:nvSpPr>
        <p:spPr>
          <a:xfrm>
            <a:off x="2527300" y="914400"/>
            <a:ext cx="575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Defuzzification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Rudder</a:t>
            </a:r>
            <a:r>
              <a:rPr lang="ko-KR" altLang="en-US" dirty="0"/>
              <a:t> </a:t>
            </a:r>
            <a:r>
              <a:rPr lang="en-US" altLang="ko-KR" dirty="0"/>
              <a:t>actuator( </a:t>
            </a:r>
            <a:r>
              <a:rPr lang="ko-KR" altLang="en-US" dirty="0" err="1"/>
              <a:t>후건부도</a:t>
            </a:r>
            <a:r>
              <a:rPr lang="ko-KR" altLang="en-US" dirty="0"/>
              <a:t> 퍼지인 경우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BADF8C-BABE-7184-8E2D-FCA616E39033}"/>
              </a:ext>
            </a:extLst>
          </p:cNvPr>
          <p:cNvSpPr txBox="1"/>
          <p:nvPr/>
        </p:nvSpPr>
        <p:spPr>
          <a:xfrm>
            <a:off x="9102436" y="2279761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 err="1"/>
              <a:t>비퍼지화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404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FE704-05AE-610D-56CA-D4ED8849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218"/>
            <a:ext cx="9905998" cy="753082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2.5 Examples</a:t>
            </a:r>
            <a:endParaRPr lang="ko-KR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/>
              <p:nvPr/>
            </p:nvSpPr>
            <p:spPr>
              <a:xfrm>
                <a:off x="1257696" y="839994"/>
                <a:ext cx="990527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Case 1. </a:t>
                </a:r>
              </a:p>
              <a:p>
                <a:pPr marL="742950" lvl="1" indent="-28575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Heading </a:t>
                </a:r>
                <a:r>
                  <a:rPr lang="ko-KR" altLang="en-US" dirty="0"/>
                  <a:t>오차가 </a:t>
                </a:r>
                <a:r>
                  <a:rPr lang="en-US" altLang="ko-KR" dirty="0" err="1"/>
                  <a:t>stbd</a:t>
                </a:r>
                <a:r>
                  <a:rPr lang="en-US" altLang="ko-KR" dirty="0"/>
                  <a:t> 3</a:t>
                </a:r>
                <a:r>
                  <a:rPr lang="ko-KR" altLang="en-US" dirty="0"/>
                  <a:t>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오차의 변화율이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ko-KR" dirty="0"/>
                  <a:t>e 7</a:t>
                </a:r>
                <a:r>
                  <a:rPr lang="ko-KR" altLang="en-US" dirty="0"/>
                  <a:t>도로 상당히 빠른 속도로 증가하고 있다면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696" y="839994"/>
                <a:ext cx="9905276" cy="923330"/>
              </a:xfrm>
              <a:prstGeom prst="rect">
                <a:avLst/>
              </a:prstGeom>
              <a:blipFill>
                <a:blip r:embed="rId3"/>
                <a:stretch>
                  <a:fillRect l="-369" t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8B64C441-8CAF-61A3-ABF7-DC6A7C541C34}"/>
              </a:ext>
            </a:extLst>
          </p:cNvPr>
          <p:cNvGrpSpPr/>
          <p:nvPr/>
        </p:nvGrpSpPr>
        <p:grpSpPr>
          <a:xfrm>
            <a:off x="2637326" y="1677766"/>
            <a:ext cx="6574149" cy="1787446"/>
            <a:chOff x="2808925" y="3014618"/>
            <a:chExt cx="6574149" cy="178744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1DBDF5-FEF6-F6ED-CD13-BE6C05438281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70C00461-AB93-0252-3CEA-86AF71F9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8CEFC37-FF9F-789E-58BC-FA175A1EBB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C2E8F70A-100A-FD5F-2F5C-DF8E4ADC43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0960CF4-0F61-56F9-CD79-17C37DEDA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DBCCC66-D2D9-B221-8DAD-4B0FA40EF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3C5F44A5-D45B-3824-EB60-CB9BD3597D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5FF78B3C-D423-6FB3-50D4-14E6BC34C93A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E1DDA1-EA80-EC42-6F6C-97A826AF01C4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F880DB-1255-D83A-543C-7E98D19DD120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1B89969-4B90-1663-6E21-A44C7A22EB2F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9AE9C4-C0F6-A2CD-9085-E83B1377E70F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CB9EE3-FBFC-2CB1-74A2-DBF9E836096C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98A38-C5F9-50A5-59F1-494723E02761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013246-8FCD-12AA-0638-01366C9984AD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8F221D-C954-E875-F47A-4BD9ABD439D1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FB03734-2DCD-0C4C-5D64-9C1B331571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3F4DAF-38AC-1417-E9D3-75CD835166BE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B686309-A2EA-0948-CAD9-12F5EBA00B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98B50D-D5CC-B021-D327-4076CBD6F954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36DC7BC0-2331-5CCF-CFD6-67AE894629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307B2B-288F-D4C0-CA8D-16EE6685D8BB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32A17EB-D72A-1E01-B465-B530542613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3CF411-4016-AC7E-08A6-6BEABFFA370C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B98A5198-7304-796E-A2CD-1ED339A824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E86561-1B38-3A5F-0ACE-F9C9C0F285B5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8FAA648A-82A2-B5FD-49CE-3778C2017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C798AC-7EA6-CE0A-CDA2-EAC71825E369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14B64CF9-FE8A-D96C-4B78-D3F5490E2C7C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079FF2-CFDA-758F-74F9-8CE83F698024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5EFB6F44-1367-0E3E-D037-83FA7E140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2C71FF-2CD9-4A11-1FD3-86817391E3DD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496631AB-92D0-BC77-390B-DB9FAB3BAD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946069-4E8F-B157-0723-C05B5022F92C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E03039E-0FCF-5136-7C26-DD68206E8CE6}"/>
              </a:ext>
            </a:extLst>
          </p:cNvPr>
          <p:cNvGrpSpPr/>
          <p:nvPr/>
        </p:nvGrpSpPr>
        <p:grpSpPr>
          <a:xfrm>
            <a:off x="2585405" y="3649877"/>
            <a:ext cx="6081074" cy="1106280"/>
            <a:chOff x="2584301" y="5090647"/>
            <a:chExt cx="6081074" cy="110628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DD4F458-D18B-8BA9-763B-462E250A74B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0A916F2-5CB8-DC0E-90B5-A71AB8AB6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158528D-9DD3-BD28-AE81-1B5BB56F3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993494B-F9EB-E08B-5000-C862C1B79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E2F65FF-6BC0-177C-8DA2-0C75334D4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4366B83-1F1D-93FF-F4D1-1063FE94B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D866CE3-B4C9-771B-7723-850F876BF7C1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61F92A5C-F9C9-3B28-2375-5485AEF7A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633D051-797C-A215-2C32-A39A97480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F9CFAA-2514-B511-FD09-0106DD272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649A616-2994-5317-A048-21BC54CE2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E9EA91AE-2015-68D9-C061-120EA865F6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2CA93D90-AF5A-8DE1-6BCC-FAA7F44D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E05F2F1-431C-08D5-6FC9-02FEBD3CC21B}"/>
                </a:ext>
              </a:extLst>
            </p:cNvPr>
            <p:cNvCxnSpPr>
              <a:stCxn id="4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2C218CE-D0DA-5A96-B6B9-1B48FA6657B7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F365C42-6914-6105-A05D-5EC8A76D0799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DFBD1D84-761E-A663-914E-EED01BFC5810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81A8263A-F215-0873-C440-82F48FADD808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29988B3-820C-20E4-ADDE-04891789DE9F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D8B3BF3-7E4E-42F7-8027-8A8DF1439D03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97D8DA3-01BC-C3A2-1970-39D759F52D6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D754DF0-BABC-618F-8BB3-11F49689AC24}"/>
                </a:ext>
              </a:extLst>
            </p:cNvPr>
            <p:cNvCxnSpPr>
              <a:stCxn id="4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459CB2C2-74F9-198B-D9BC-6EFFE58016D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CE9585C-D125-1054-7F77-48D2D1F4D8B7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09CE91F-D18D-ACE6-E26A-9438E9E072C3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94A6BE11-A419-5A04-E524-B5AD24FA9482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4DAECF85-F6BA-9A38-0C57-D40E04884DB2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1BAD15-7ACB-2CE8-A8A1-E0A67600DC8A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B1F892F-BE4C-B70E-677F-2FE0DEBB79A8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06E4DBD-BDF4-58D6-5DD5-7519A78D834F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37C857A-7CF8-25FC-673A-8A8D44849211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B02E4D1-0008-0225-EDBD-3D372AD12795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6428C7-D36F-6D64-60F3-8122DE571772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850D4A-F863-D7F4-9519-E86662A14E76}"/>
              </a:ext>
            </a:extLst>
          </p:cNvPr>
          <p:cNvCxnSpPr>
            <a:cxnSpLocks/>
          </p:cNvCxnSpPr>
          <p:nvPr/>
        </p:nvCxnSpPr>
        <p:spPr>
          <a:xfrm>
            <a:off x="5722297" y="2441830"/>
            <a:ext cx="0" cy="19084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FA6BF18-DC30-FFDE-20D2-4D981D4FE54B}"/>
              </a:ext>
            </a:extLst>
          </p:cNvPr>
          <p:cNvSpPr txBox="1"/>
          <p:nvPr/>
        </p:nvSpPr>
        <p:spPr>
          <a:xfrm>
            <a:off x="1651000" y="40240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/>
              <p:nvPr/>
            </p:nvSpPr>
            <p:spPr>
              <a:xfrm>
                <a:off x="1757682" y="5473700"/>
                <a:ext cx="505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682" y="5473700"/>
                <a:ext cx="5055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D3B59FCB-91B9-8768-D487-A9973E56A609}"/>
              </a:ext>
            </a:extLst>
          </p:cNvPr>
          <p:cNvSpPr txBox="1"/>
          <p:nvPr/>
        </p:nvSpPr>
        <p:spPr>
          <a:xfrm>
            <a:off x="5474566" y="331332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355F7D4-D58B-E162-87EF-9DA6362FA6D7}"/>
              </a:ext>
            </a:extLst>
          </p:cNvPr>
          <p:cNvGrpSpPr/>
          <p:nvPr/>
        </p:nvGrpSpPr>
        <p:grpSpPr>
          <a:xfrm>
            <a:off x="2614086" y="4908203"/>
            <a:ext cx="6081074" cy="1106280"/>
            <a:chOff x="2584301" y="5090647"/>
            <a:chExt cx="6081074" cy="1106280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39301CE6-7F5E-60B6-DB74-37BEC7F4A49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139267E-057B-72F2-9313-C8E17CB54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797CE750-BD87-0928-AFE1-5058DB5F6E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C9B3605-2ED5-F365-796E-98549DC74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2C9CFF39-4CE8-2E01-16E1-88EEDF6BD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92E0ED9E-895E-F4E9-EBCF-E19943855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2A1215E-D662-2273-3CB4-8EF3DE8C82A9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D8CCC704-E5F0-35F5-53D7-5FD97A1C9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156B453-A8C9-1424-64A4-91626B92A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A7A49898-7EDB-8AE1-F4C0-C43BDBD85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1DA570C-4F14-1DF1-D090-A8740E4B1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34B4158-0DCC-5522-A01E-90702B0A0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F590DEB9-1E09-3F32-58C9-A6AD6DEAE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C0F7BED-2747-062F-02EB-A3DE24F73F1F}"/>
                </a:ext>
              </a:extLst>
            </p:cNvPr>
            <p:cNvCxnSpPr>
              <a:stCxn id="8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8682E065-14C8-D622-4453-DEF4BD51A06D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BC5884C5-1C78-4BF3-A355-7B65A8FC5F9E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0FEF991-FC58-7AD9-F462-C14480C2C4C2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845392E1-8B06-F90A-15CF-8E7FEF48A795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D619C67-B6F3-2614-A401-665A40A43C26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7332BB6-D3D0-7370-CB49-F17F947FE0B7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73518492-F76A-0FB1-89ED-128F87C0A30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531DA2D-C6B2-DD64-2B52-DA4CBFB6F8B8}"/>
                </a:ext>
              </a:extLst>
            </p:cNvPr>
            <p:cNvCxnSpPr>
              <a:stCxn id="8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78BD735D-F23F-6DDD-76DE-227633A1BC2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A5939035-25A2-F9FA-D1B3-77F90BFFD0AC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B9802C91-CBE9-48D8-2BA4-FC6C1317E649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BB7A37B-C2F4-121E-E416-D4765DE132B5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EC4E790-DE3A-5B17-E1A0-2B1D35F5F110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F2AE8F1-0458-B98B-75C7-C2ABB07E431D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E6DFAD9-D1AE-4067-8399-57673253AF15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DACEF04-EB73-1617-346F-B6AF58E972F0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D5A6022-567F-7772-4199-F0523877D499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74EFDFC-331E-361B-7910-A490A105E7F2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B4ABEC2-3876-1868-72D6-90E547FB0B46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ECCDEA-6659-A207-EBB4-372BC026D879}"/>
              </a:ext>
            </a:extLst>
          </p:cNvPr>
          <p:cNvCxnSpPr>
            <a:cxnSpLocks/>
          </p:cNvCxnSpPr>
          <p:nvPr/>
        </p:nvCxnSpPr>
        <p:spPr>
          <a:xfrm>
            <a:off x="6189191" y="2626496"/>
            <a:ext cx="0" cy="3031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C502671-2640-459C-885A-D98952D4AA1A}"/>
              </a:ext>
            </a:extLst>
          </p:cNvPr>
          <p:cNvSpPr txBox="1"/>
          <p:nvPr/>
        </p:nvSpPr>
        <p:spPr>
          <a:xfrm>
            <a:off x="5985547" y="47882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7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</p:spTree>
    <p:extLst>
      <p:ext uri="{BB962C8B-B14F-4D97-AF65-F5344CB8AC3E}">
        <p14:creationId xmlns:p14="http://schemas.microsoft.com/office/powerpoint/2010/main" val="3137526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0340F9A-A4B4-E654-D84F-D6718933CCC5}"/>
              </a:ext>
            </a:extLst>
          </p:cNvPr>
          <p:cNvGrpSpPr/>
          <p:nvPr/>
        </p:nvGrpSpPr>
        <p:grpSpPr>
          <a:xfrm>
            <a:off x="1371600" y="1092200"/>
            <a:ext cx="1905000" cy="1219200"/>
            <a:chOff x="1371600" y="1663700"/>
            <a:chExt cx="1905000" cy="121920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392A01-012C-86B6-B413-29B1700E1C2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A61FB062-27D5-203A-3089-7D54AC0817E0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32CCEC8-D878-3A98-DAAE-56C8020229F8}"/>
              </a:ext>
            </a:extLst>
          </p:cNvPr>
          <p:cNvGrpSpPr/>
          <p:nvPr/>
        </p:nvGrpSpPr>
        <p:grpSpPr>
          <a:xfrm>
            <a:off x="4163287" y="1092200"/>
            <a:ext cx="1905000" cy="1219200"/>
            <a:chOff x="1371600" y="1663700"/>
            <a:chExt cx="1905000" cy="1219200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C47C2E5-49B6-A888-7B03-60A99A55A6D0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5171DC7-DD1F-3CEA-9E3A-5E5459310A0F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7CECBF-35D4-921F-D567-35EB92788A2C}"/>
              </a:ext>
            </a:extLst>
          </p:cNvPr>
          <p:cNvCxnSpPr>
            <a:cxnSpLocks/>
          </p:cNvCxnSpPr>
          <p:nvPr/>
        </p:nvCxnSpPr>
        <p:spPr>
          <a:xfrm>
            <a:off x="1390647" y="1346200"/>
            <a:ext cx="1149353" cy="9652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0EBF35-0CB7-575E-83A5-65B513614344}"/>
              </a:ext>
            </a:extLst>
          </p:cNvPr>
          <p:cNvCxnSpPr>
            <a:cxnSpLocks/>
          </p:cNvCxnSpPr>
          <p:nvPr/>
        </p:nvCxnSpPr>
        <p:spPr>
          <a:xfrm>
            <a:off x="4137887" y="1358900"/>
            <a:ext cx="1142999" cy="9419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950640-B270-236E-5ADA-3E3BDE0F4D47}"/>
              </a:ext>
            </a:extLst>
          </p:cNvPr>
          <p:cNvGrpSpPr/>
          <p:nvPr/>
        </p:nvGrpSpPr>
        <p:grpSpPr>
          <a:xfrm>
            <a:off x="1384300" y="2794001"/>
            <a:ext cx="1905000" cy="1219200"/>
            <a:chOff x="1371600" y="1663700"/>
            <a:chExt cx="1905000" cy="121920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9D0A662-6020-5652-517C-514F6688C3FF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BC8A5DF-E06D-D200-2A71-2F854C9FA21D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B2570D-1E68-3686-568F-74E990B2BA7F}"/>
              </a:ext>
            </a:extLst>
          </p:cNvPr>
          <p:cNvGrpSpPr/>
          <p:nvPr/>
        </p:nvGrpSpPr>
        <p:grpSpPr>
          <a:xfrm>
            <a:off x="4175987" y="2794001"/>
            <a:ext cx="1905000" cy="1219200"/>
            <a:chOff x="1371600" y="1663700"/>
            <a:chExt cx="1905000" cy="121920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3CA87F8-26A9-7986-6529-63B0E8648FE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C0BD469-D278-8B76-7215-700DB1E1D446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8F5A939-9462-1A31-A23E-5FC80A9B2BCD}"/>
              </a:ext>
            </a:extLst>
          </p:cNvPr>
          <p:cNvCxnSpPr>
            <a:cxnSpLocks/>
          </p:cNvCxnSpPr>
          <p:nvPr/>
        </p:nvCxnSpPr>
        <p:spPr>
          <a:xfrm flipV="1">
            <a:off x="1422136" y="2930820"/>
            <a:ext cx="1117864" cy="1082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CB3FB06-2110-0B03-330C-BC1F92E40862}"/>
              </a:ext>
            </a:extLst>
          </p:cNvPr>
          <p:cNvCxnSpPr/>
          <p:nvPr/>
        </p:nvCxnSpPr>
        <p:spPr>
          <a:xfrm flipV="1">
            <a:off x="4150587" y="2902467"/>
            <a:ext cx="1257300" cy="11107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539278F-55E6-7D15-BB34-73D554929A55}"/>
              </a:ext>
            </a:extLst>
          </p:cNvPr>
          <p:cNvCxnSpPr/>
          <p:nvPr/>
        </p:nvCxnSpPr>
        <p:spPr>
          <a:xfrm>
            <a:off x="2168523" y="1822450"/>
            <a:ext cx="0" cy="21780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20AB5B-4357-371D-8BC0-49FB607BEAD7}"/>
              </a:ext>
            </a:extLst>
          </p:cNvPr>
          <p:cNvSpPr txBox="1"/>
          <p:nvPr/>
        </p:nvSpPr>
        <p:spPr>
          <a:xfrm>
            <a:off x="2015595" y="39569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4DFE2-3C7A-09B0-1AE1-4A661F0E8DBA}"/>
              </a:ext>
            </a:extLst>
          </p:cNvPr>
          <p:cNvSpPr txBox="1"/>
          <p:nvPr/>
        </p:nvSpPr>
        <p:spPr>
          <a:xfrm>
            <a:off x="4441556" y="396926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2FD0BEC-DD5A-F78D-2313-25E42D21D4C6}"/>
              </a:ext>
            </a:extLst>
          </p:cNvPr>
          <p:cNvCxnSpPr>
            <a:cxnSpLocks/>
          </p:cNvCxnSpPr>
          <p:nvPr/>
        </p:nvCxnSpPr>
        <p:spPr>
          <a:xfrm flipH="1" flipV="1">
            <a:off x="4562017" y="1726684"/>
            <a:ext cx="21348" cy="2273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8AC455F-46FD-DF6D-190A-94AA414113B6}"/>
              </a:ext>
            </a:extLst>
          </p:cNvPr>
          <p:cNvCxnSpPr>
            <a:cxnSpLocks/>
          </p:cNvCxnSpPr>
          <p:nvPr/>
        </p:nvCxnSpPr>
        <p:spPr>
          <a:xfrm>
            <a:off x="1371599" y="2019300"/>
            <a:ext cx="8953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233F153-FE27-6A5D-3724-EE8C4994F7F2}"/>
              </a:ext>
            </a:extLst>
          </p:cNvPr>
          <p:cNvCxnSpPr>
            <a:cxnSpLocks/>
          </p:cNvCxnSpPr>
          <p:nvPr/>
        </p:nvCxnSpPr>
        <p:spPr>
          <a:xfrm>
            <a:off x="2032000" y="1701800"/>
            <a:ext cx="8293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/>
              <p:nvPr/>
            </p:nvSpPr>
            <p:spPr>
              <a:xfrm flipH="1">
                <a:off x="1327155" y="185128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7155" y="1851283"/>
                <a:ext cx="593185" cy="376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/>
              <p:nvPr/>
            </p:nvSpPr>
            <p:spPr>
              <a:xfrm flipH="1">
                <a:off x="4252725" y="181558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52725" y="1815584"/>
                <a:ext cx="593185" cy="3765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/>
              <p:nvPr/>
            </p:nvSpPr>
            <p:spPr>
              <a:xfrm flipH="1">
                <a:off x="2408507" y="314132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08507" y="3141323"/>
                <a:ext cx="593185" cy="376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/>
              <p:nvPr/>
            </p:nvSpPr>
            <p:spPr>
              <a:xfrm flipH="1">
                <a:off x="5416510" y="3103221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16510" y="3103221"/>
                <a:ext cx="593185" cy="376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79C96E7-EB38-6A0B-E83F-C4C733744637}"/>
              </a:ext>
            </a:extLst>
          </p:cNvPr>
          <p:cNvCxnSpPr>
            <a:cxnSpLocks/>
          </p:cNvCxnSpPr>
          <p:nvPr/>
        </p:nvCxnSpPr>
        <p:spPr>
          <a:xfrm>
            <a:off x="2057400" y="3276599"/>
            <a:ext cx="8280400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04D9680-9288-51D2-E939-4748D5358E86}"/>
              </a:ext>
            </a:extLst>
          </p:cNvPr>
          <p:cNvCxnSpPr>
            <a:cxnSpLocks/>
          </p:cNvCxnSpPr>
          <p:nvPr/>
        </p:nvCxnSpPr>
        <p:spPr>
          <a:xfrm>
            <a:off x="2336800" y="3617288"/>
            <a:ext cx="8001000" cy="13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/>
              <p:nvPr/>
            </p:nvSpPr>
            <p:spPr>
              <a:xfrm>
                <a:off x="2248429" y="1744703"/>
                <a:ext cx="513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429" y="1744703"/>
                <a:ext cx="513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/>
              <p:nvPr/>
            </p:nvSpPr>
            <p:spPr>
              <a:xfrm>
                <a:off x="4869313" y="3509336"/>
                <a:ext cx="518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313" y="3509336"/>
                <a:ext cx="5183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C82C1932-329B-D00B-D866-6775C23DE3E4}"/>
              </a:ext>
            </a:extLst>
          </p:cNvPr>
          <p:cNvGrpSpPr/>
          <p:nvPr/>
        </p:nvGrpSpPr>
        <p:grpSpPr>
          <a:xfrm>
            <a:off x="6924957" y="1079500"/>
            <a:ext cx="1905000" cy="1219200"/>
            <a:chOff x="1371600" y="1663700"/>
            <a:chExt cx="1905000" cy="121920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9E7C4AE-148F-570E-9B5D-19F3BA3194EB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AB634D1-3DBA-D55B-2208-6F55F9744022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93F19E7-BFF4-357C-A1F5-B3AE55BB2B41}"/>
              </a:ext>
            </a:extLst>
          </p:cNvPr>
          <p:cNvCxnSpPr/>
          <p:nvPr/>
        </p:nvCxnSpPr>
        <p:spPr>
          <a:xfrm>
            <a:off x="6950357" y="2755899"/>
            <a:ext cx="0" cy="1219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3B14616D-7AC6-2C25-2FE7-6B89E590C0D9}"/>
              </a:ext>
            </a:extLst>
          </p:cNvPr>
          <p:cNvCxnSpPr>
            <a:cxnSpLocks/>
          </p:cNvCxnSpPr>
          <p:nvPr/>
        </p:nvCxnSpPr>
        <p:spPr>
          <a:xfrm>
            <a:off x="6937657" y="3962399"/>
            <a:ext cx="33188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F7BB954-952E-F521-B9D2-226B442B198A}"/>
              </a:ext>
            </a:extLst>
          </p:cNvPr>
          <p:cNvSpPr txBox="1"/>
          <p:nvPr/>
        </p:nvSpPr>
        <p:spPr>
          <a:xfrm flipH="1">
            <a:off x="5249135" y="1220311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276EFE-FFFA-CD29-BB1A-8F1FD0EFE9A8}"/>
              </a:ext>
            </a:extLst>
          </p:cNvPr>
          <p:cNvSpPr txBox="1"/>
          <p:nvPr/>
        </p:nvSpPr>
        <p:spPr>
          <a:xfrm flipH="1">
            <a:off x="5477771" y="2781066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/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Z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blipFill>
                <a:blip r:embed="rId9"/>
                <a:stretch>
                  <a:fillRect l="-4082" t="-11667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/>
              <p:nvPr/>
            </p:nvSpPr>
            <p:spPr>
              <a:xfrm flipH="1">
                <a:off x="4332847" y="819666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32847" y="819666"/>
                <a:ext cx="1365250" cy="369332"/>
              </a:xfrm>
              <a:prstGeom prst="rect">
                <a:avLst/>
              </a:prstGeom>
              <a:blipFill>
                <a:blip r:embed="rId10"/>
                <a:stretch>
                  <a:fillRect l="-4018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/>
              <p:nvPr/>
            </p:nvSpPr>
            <p:spPr>
              <a:xfrm flipH="1">
                <a:off x="7476616" y="851016"/>
                <a:ext cx="10445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PS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76616" y="851016"/>
                <a:ext cx="1044577" cy="369332"/>
              </a:xfrm>
              <a:prstGeom prst="rect">
                <a:avLst/>
              </a:prstGeom>
              <a:blipFill>
                <a:blip r:embed="rId11"/>
                <a:stretch>
                  <a:fillRect l="-4651"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3C0F6FA6-8042-6C8A-9BE9-F0622C650383}"/>
              </a:ext>
            </a:extLst>
          </p:cNvPr>
          <p:cNvSpPr txBox="1"/>
          <p:nvPr/>
        </p:nvSpPr>
        <p:spPr>
          <a:xfrm flipH="1">
            <a:off x="9358896" y="2189875"/>
            <a:ext cx="137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Max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/>
              <p:nvPr/>
            </p:nvSpPr>
            <p:spPr>
              <a:xfrm>
                <a:off x="3647010" y="4612485"/>
                <a:ext cx="327358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dirty="0"/>
                  <a:t>Revised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Control Rule</a:t>
                </a:r>
              </a:p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Z,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PS, then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dirty="0"/>
                  <a:t>PS</a:t>
                </a:r>
              </a:p>
              <a:p>
                <a:r>
                  <a:rPr lang="en-US" altLang="ko-KR" dirty="0"/>
                  <a:t>If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PS,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PM, then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PB</a:t>
                </a:r>
              </a:p>
              <a:p>
                <a:pPr algn="ctr"/>
                <a:r>
                  <a:rPr lang="en-US" altLang="ko-KR" dirty="0">
                    <a:solidFill>
                      <a:srgbClr val="FF0000"/>
                    </a:solidFill>
                  </a:rPr>
                  <a:t>STB 11.5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도로 제어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010" y="4612485"/>
                <a:ext cx="3273588" cy="1200329"/>
              </a:xfrm>
              <a:prstGeom prst="rect">
                <a:avLst/>
              </a:prstGeom>
              <a:blipFill>
                <a:blip r:embed="rId12"/>
                <a:stretch>
                  <a:fillRect l="-1490" t="-3046" r="-931" b="-7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48D75F4D-ECB5-ACB3-EAF5-CE20DAE31490}"/>
              </a:ext>
            </a:extLst>
          </p:cNvPr>
          <p:cNvSpPr txBox="1"/>
          <p:nvPr/>
        </p:nvSpPr>
        <p:spPr>
          <a:xfrm>
            <a:off x="1160947" y="208656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1078CE-95C0-C3ED-8806-CD1818399227}"/>
              </a:ext>
            </a:extLst>
          </p:cNvPr>
          <p:cNvSpPr txBox="1"/>
          <p:nvPr/>
        </p:nvSpPr>
        <p:spPr>
          <a:xfrm>
            <a:off x="2403605" y="22515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7D5122-2B4D-9810-0E3C-AA5A0A57BE99}"/>
              </a:ext>
            </a:extLst>
          </p:cNvPr>
          <p:cNvSpPr txBox="1"/>
          <p:nvPr/>
        </p:nvSpPr>
        <p:spPr>
          <a:xfrm>
            <a:off x="4020335" y="222781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BB08EE-B64E-8DFA-7250-02A9E76D1BD6}"/>
              </a:ext>
            </a:extLst>
          </p:cNvPr>
          <p:cNvSpPr txBox="1"/>
          <p:nvPr/>
        </p:nvSpPr>
        <p:spPr>
          <a:xfrm>
            <a:off x="5169817" y="218806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7C938FC-85EB-239B-05DD-FB5B3BBDD037}"/>
              </a:ext>
            </a:extLst>
          </p:cNvPr>
          <p:cNvCxnSpPr/>
          <p:nvPr/>
        </p:nvCxnSpPr>
        <p:spPr>
          <a:xfrm>
            <a:off x="971552" y="1346200"/>
            <a:ext cx="90709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/>
              <p:nvPr/>
            </p:nvSpPr>
            <p:spPr>
              <a:xfrm flipH="1">
                <a:off x="2119517" y="2523598"/>
                <a:ext cx="1190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PS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9517" y="2523598"/>
                <a:ext cx="1190783" cy="369332"/>
              </a:xfrm>
              <a:prstGeom prst="rect">
                <a:avLst/>
              </a:prstGeom>
              <a:blipFill>
                <a:blip r:embed="rId13"/>
                <a:stretch>
                  <a:fillRect l="-4615" t="-11475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/>
              <p:nvPr/>
            </p:nvSpPr>
            <p:spPr>
              <a:xfrm flipH="1">
                <a:off x="4358334" y="2561420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58334" y="2561420"/>
                <a:ext cx="1365250" cy="369332"/>
              </a:xfrm>
              <a:prstGeom prst="rect">
                <a:avLst/>
              </a:prstGeom>
              <a:blipFill>
                <a:blip r:embed="rId14"/>
                <a:stretch>
                  <a:fillRect l="-4018"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A9905FD9-E3F3-4CD6-641A-55C55BDFBA10}"/>
              </a:ext>
            </a:extLst>
          </p:cNvPr>
          <p:cNvGrpSpPr/>
          <p:nvPr/>
        </p:nvGrpSpPr>
        <p:grpSpPr>
          <a:xfrm>
            <a:off x="6801459" y="1338726"/>
            <a:ext cx="1451523" cy="1265483"/>
            <a:chOff x="6801459" y="1338726"/>
            <a:chExt cx="1451523" cy="1265483"/>
          </a:xfrm>
        </p:grpSpPr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98C0F99E-A663-81D8-E02D-BD53F5F79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1782" y="1353675"/>
              <a:ext cx="523024" cy="9427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8BC734F2-57EF-5C45-012A-5F15616C825B}"/>
                </a:ext>
              </a:extLst>
            </p:cNvPr>
            <p:cNvCxnSpPr>
              <a:cxnSpLocks/>
            </p:cNvCxnSpPr>
            <p:nvPr/>
          </p:nvCxnSpPr>
          <p:spPr>
            <a:xfrm>
              <a:off x="7444806" y="1338726"/>
              <a:ext cx="535119" cy="9470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0439319-F23E-07DE-9CDE-29C810169C79}"/>
                </a:ext>
              </a:extLst>
            </p:cNvPr>
            <p:cNvSpPr txBox="1"/>
            <p:nvPr/>
          </p:nvSpPr>
          <p:spPr>
            <a:xfrm>
              <a:off x="6801459" y="223487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1AED24A-0555-7C42-DD9A-0B37649BA5A9}"/>
                </a:ext>
              </a:extLst>
            </p:cNvPr>
            <p:cNvSpPr txBox="1"/>
            <p:nvPr/>
          </p:nvSpPr>
          <p:spPr>
            <a:xfrm>
              <a:off x="7815042" y="2227302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10</a:t>
              </a:r>
              <a:endParaRPr lang="ko-KR" altLang="en-US" dirty="0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4B1FD496-2B49-84BB-E6F6-EC8979E5F74E}"/>
                </a:ext>
              </a:extLst>
            </p:cNvPr>
            <p:cNvSpPr/>
            <p:nvPr/>
          </p:nvSpPr>
          <p:spPr>
            <a:xfrm>
              <a:off x="6941125" y="2015836"/>
              <a:ext cx="1039091" cy="259773"/>
            </a:xfrm>
            <a:custGeom>
              <a:avLst/>
              <a:gdLst>
                <a:gd name="connsiteX0" fmla="*/ 0 w 1039091"/>
                <a:gd name="connsiteY0" fmla="*/ 259773 h 259773"/>
                <a:gd name="connsiteX1" fmla="*/ 145473 w 1039091"/>
                <a:gd name="connsiteY1" fmla="*/ 0 h 259773"/>
                <a:gd name="connsiteX2" fmla="*/ 893618 w 1039091"/>
                <a:gd name="connsiteY2" fmla="*/ 10391 h 259773"/>
                <a:gd name="connsiteX3" fmla="*/ 1039091 w 1039091"/>
                <a:gd name="connsiteY3" fmla="*/ 259773 h 259773"/>
                <a:gd name="connsiteX4" fmla="*/ 0 w 1039091"/>
                <a:gd name="connsiteY4" fmla="*/ 259773 h 259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091" h="259773">
                  <a:moveTo>
                    <a:pt x="0" y="259773"/>
                  </a:moveTo>
                  <a:lnTo>
                    <a:pt x="145473" y="0"/>
                  </a:lnTo>
                  <a:lnTo>
                    <a:pt x="893618" y="10391"/>
                  </a:lnTo>
                  <a:lnTo>
                    <a:pt x="1039091" y="259773"/>
                  </a:lnTo>
                  <a:lnTo>
                    <a:pt x="0" y="259773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5B8D04BD-F578-6E6E-254A-553490BCE5B2}"/>
              </a:ext>
            </a:extLst>
          </p:cNvPr>
          <p:cNvSpPr txBox="1"/>
          <p:nvPr/>
        </p:nvSpPr>
        <p:spPr>
          <a:xfrm>
            <a:off x="1279251" y="39430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DF1E2C-2271-648D-ED2C-E57EA86A22C3}"/>
              </a:ext>
            </a:extLst>
          </p:cNvPr>
          <p:cNvSpPr txBox="1"/>
          <p:nvPr/>
        </p:nvSpPr>
        <p:spPr>
          <a:xfrm>
            <a:off x="2385631" y="395417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11C074-C784-5EC0-9F1C-E0B3AF14BB9E}"/>
              </a:ext>
            </a:extLst>
          </p:cNvPr>
          <p:cNvSpPr txBox="1"/>
          <p:nvPr/>
        </p:nvSpPr>
        <p:spPr>
          <a:xfrm>
            <a:off x="4027232" y="395805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6D88DAE-9DFE-0BE2-EE88-4C68B4D32872}"/>
              </a:ext>
            </a:extLst>
          </p:cNvPr>
          <p:cNvSpPr txBox="1"/>
          <p:nvPr/>
        </p:nvSpPr>
        <p:spPr>
          <a:xfrm>
            <a:off x="5176714" y="39183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541C8079-E3CB-F73A-25B6-3867E3BF0077}"/>
              </a:ext>
            </a:extLst>
          </p:cNvPr>
          <p:cNvGrpSpPr/>
          <p:nvPr/>
        </p:nvGrpSpPr>
        <p:grpSpPr>
          <a:xfrm>
            <a:off x="9054737" y="2972247"/>
            <a:ext cx="1948353" cy="1315062"/>
            <a:chOff x="9054737" y="2972247"/>
            <a:chExt cx="1948353" cy="1315062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D2BBB6E-AF38-B855-7396-0E89ADE90CD4}"/>
                </a:ext>
              </a:extLst>
            </p:cNvPr>
            <p:cNvSpPr txBox="1"/>
            <p:nvPr/>
          </p:nvSpPr>
          <p:spPr>
            <a:xfrm>
              <a:off x="9054737" y="391797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10</a:t>
              </a:r>
              <a:endParaRPr lang="ko-KR" alt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64C97FE-BBC1-6062-4C75-1B7FFBFE3FF2}"/>
                </a:ext>
              </a:extLst>
            </p:cNvPr>
            <p:cNvSpPr txBox="1"/>
            <p:nvPr/>
          </p:nvSpPr>
          <p:spPr>
            <a:xfrm>
              <a:off x="9716559" y="38915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15</a:t>
              </a:r>
              <a:endParaRPr lang="ko-KR" altLang="en-US" dirty="0"/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99D58135-CB95-1666-4E7B-969769EC8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5351" y="2982707"/>
              <a:ext cx="786826" cy="97661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5E5985CF-E6E2-E515-DA87-6FB709C2E85C}"/>
                </a:ext>
              </a:extLst>
            </p:cNvPr>
            <p:cNvCxnSpPr/>
            <p:nvPr/>
          </p:nvCxnSpPr>
          <p:spPr>
            <a:xfrm flipV="1">
              <a:off x="9941057" y="2972247"/>
              <a:ext cx="890215" cy="749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5A33D14-1E40-6466-FDD8-946ACA9B2707}"/>
                </a:ext>
              </a:extLst>
            </p:cNvPr>
            <p:cNvSpPr txBox="1"/>
            <p:nvPr/>
          </p:nvSpPr>
          <p:spPr>
            <a:xfrm>
              <a:off x="10565150" y="3888101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20</a:t>
              </a:r>
              <a:endParaRPr lang="ko-KR" altLang="en-US" dirty="0"/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id="{B3CBD8E3-9CC9-2906-49FD-D42F6EE8485A}"/>
                </a:ext>
              </a:extLst>
            </p:cNvPr>
            <p:cNvSpPr/>
            <p:nvPr/>
          </p:nvSpPr>
          <p:spPr>
            <a:xfrm>
              <a:off x="9175175" y="3626427"/>
              <a:ext cx="1724890" cy="342900"/>
            </a:xfrm>
            <a:custGeom>
              <a:avLst/>
              <a:gdLst>
                <a:gd name="connsiteX0" fmla="*/ 0 w 1724890"/>
                <a:gd name="connsiteY0" fmla="*/ 311728 h 342900"/>
                <a:gd name="connsiteX1" fmla="*/ 259772 w 1724890"/>
                <a:gd name="connsiteY1" fmla="*/ 0 h 342900"/>
                <a:gd name="connsiteX2" fmla="*/ 1714500 w 1724890"/>
                <a:gd name="connsiteY2" fmla="*/ 10391 h 342900"/>
                <a:gd name="connsiteX3" fmla="*/ 1724890 w 1724890"/>
                <a:gd name="connsiteY3" fmla="*/ 342900 h 342900"/>
                <a:gd name="connsiteX4" fmla="*/ 0 w 1724890"/>
                <a:gd name="connsiteY4" fmla="*/ 311728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4890" h="342900">
                  <a:moveTo>
                    <a:pt x="0" y="311728"/>
                  </a:moveTo>
                  <a:lnTo>
                    <a:pt x="259772" y="0"/>
                  </a:lnTo>
                  <a:lnTo>
                    <a:pt x="1714500" y="10391"/>
                  </a:lnTo>
                  <a:lnTo>
                    <a:pt x="1724890" y="342900"/>
                  </a:lnTo>
                  <a:lnTo>
                    <a:pt x="0" y="311728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A6C401C1-3D83-4F17-86B4-E9D7A4A70D66}"/>
              </a:ext>
            </a:extLst>
          </p:cNvPr>
          <p:cNvSpPr/>
          <p:nvPr/>
        </p:nvSpPr>
        <p:spPr>
          <a:xfrm>
            <a:off x="8573069" y="5150941"/>
            <a:ext cx="1263465" cy="270164"/>
          </a:xfrm>
          <a:custGeom>
            <a:avLst/>
            <a:gdLst>
              <a:gd name="connsiteX0" fmla="*/ 0 w 1485900"/>
              <a:gd name="connsiteY0" fmla="*/ 259773 h 270164"/>
              <a:gd name="connsiteX1" fmla="*/ 187036 w 1485900"/>
              <a:gd name="connsiteY1" fmla="*/ 0 h 270164"/>
              <a:gd name="connsiteX2" fmla="*/ 1257300 w 1485900"/>
              <a:gd name="connsiteY2" fmla="*/ 0 h 270164"/>
              <a:gd name="connsiteX3" fmla="*/ 1485900 w 1485900"/>
              <a:gd name="connsiteY3" fmla="*/ 270164 h 270164"/>
              <a:gd name="connsiteX4" fmla="*/ 0 w 1485900"/>
              <a:gd name="connsiteY4" fmla="*/ 259773 h 27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900" h="270164">
                <a:moveTo>
                  <a:pt x="0" y="259773"/>
                </a:moveTo>
                <a:lnTo>
                  <a:pt x="187036" y="0"/>
                </a:lnTo>
                <a:lnTo>
                  <a:pt x="1257300" y="0"/>
                </a:lnTo>
                <a:lnTo>
                  <a:pt x="1485900" y="270164"/>
                </a:lnTo>
                <a:lnTo>
                  <a:pt x="0" y="259773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0E38724-F665-8D57-5EBC-78B6B7DF4145}"/>
              </a:ext>
            </a:extLst>
          </p:cNvPr>
          <p:cNvGrpSpPr/>
          <p:nvPr/>
        </p:nvGrpSpPr>
        <p:grpSpPr>
          <a:xfrm>
            <a:off x="8579419" y="4200456"/>
            <a:ext cx="2959100" cy="1219200"/>
            <a:chOff x="8267700" y="4771956"/>
            <a:chExt cx="2959100" cy="1219200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53A5B90-60B7-96DC-5019-972EB6431349}"/>
                </a:ext>
              </a:extLst>
            </p:cNvPr>
            <p:cNvCxnSpPr>
              <a:cxnSpLocks/>
            </p:cNvCxnSpPr>
            <p:nvPr/>
          </p:nvCxnSpPr>
          <p:spPr>
            <a:xfrm>
              <a:off x="8280400" y="4771956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E2BB9D9-BD10-A712-DD80-EF576D1EFE03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5978456"/>
              <a:ext cx="29591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21942FF-DF2B-7A70-79CD-C9C2DCBF40FB}"/>
              </a:ext>
            </a:extLst>
          </p:cNvPr>
          <p:cNvSpPr txBox="1"/>
          <p:nvPr/>
        </p:nvSpPr>
        <p:spPr>
          <a:xfrm>
            <a:off x="9090596" y="54196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F5744E-CDC9-3CE5-9D3B-42505F3F0EA3}"/>
              </a:ext>
            </a:extLst>
          </p:cNvPr>
          <p:cNvSpPr txBox="1"/>
          <p:nvPr/>
        </p:nvSpPr>
        <p:spPr>
          <a:xfrm>
            <a:off x="8244486" y="4168545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Defuzzification</a:t>
            </a:r>
            <a:endParaRPr lang="ko-KR" altLang="en-US" dirty="0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444780E-B8AC-6209-FD3F-A0343E43E2A1}"/>
              </a:ext>
            </a:extLst>
          </p:cNvPr>
          <p:cNvCxnSpPr>
            <a:cxnSpLocks/>
          </p:cNvCxnSpPr>
          <p:nvPr/>
        </p:nvCxnSpPr>
        <p:spPr>
          <a:xfrm flipV="1">
            <a:off x="8553730" y="4462189"/>
            <a:ext cx="646598" cy="9589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9B440C9-E8E7-241C-BABA-D7C82C1B89BF}"/>
              </a:ext>
            </a:extLst>
          </p:cNvPr>
          <p:cNvCxnSpPr>
            <a:cxnSpLocks/>
          </p:cNvCxnSpPr>
          <p:nvPr/>
        </p:nvCxnSpPr>
        <p:spPr>
          <a:xfrm>
            <a:off x="9165657" y="4454691"/>
            <a:ext cx="621905" cy="9158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AC6A942-3313-EF3A-C4D3-5EA37A08056D}"/>
              </a:ext>
            </a:extLst>
          </p:cNvPr>
          <p:cNvSpPr txBox="1"/>
          <p:nvPr/>
        </p:nvSpPr>
        <p:spPr>
          <a:xfrm>
            <a:off x="9556099" y="540695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3CDF71-6AE8-F851-1430-02D40C12D3AD}"/>
              </a:ext>
            </a:extLst>
          </p:cNvPr>
          <p:cNvSpPr txBox="1"/>
          <p:nvPr/>
        </p:nvSpPr>
        <p:spPr>
          <a:xfrm>
            <a:off x="10294982" y="537401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B1ED382C-B339-B2D7-7FB5-174530201DEC}"/>
              </a:ext>
            </a:extLst>
          </p:cNvPr>
          <p:cNvCxnSpPr>
            <a:cxnSpLocks/>
          </p:cNvCxnSpPr>
          <p:nvPr/>
        </p:nvCxnSpPr>
        <p:spPr>
          <a:xfrm flipV="1">
            <a:off x="9795729" y="4449625"/>
            <a:ext cx="588920" cy="10129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877FF446-BFFE-8FFF-3F6A-549D01F901A6}"/>
              </a:ext>
            </a:extLst>
          </p:cNvPr>
          <p:cNvCxnSpPr>
            <a:cxnSpLocks/>
          </p:cNvCxnSpPr>
          <p:nvPr/>
        </p:nvCxnSpPr>
        <p:spPr>
          <a:xfrm flipV="1">
            <a:off x="10349234" y="4425378"/>
            <a:ext cx="1070373" cy="2667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8D99361-0344-2489-6CB7-54ABAB038883}"/>
              </a:ext>
            </a:extLst>
          </p:cNvPr>
          <p:cNvSpPr txBox="1"/>
          <p:nvPr/>
        </p:nvSpPr>
        <p:spPr>
          <a:xfrm>
            <a:off x="11143573" y="53705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24" name="자유형: 도형 123">
            <a:extLst>
              <a:ext uri="{FF2B5EF4-FFF2-40B4-BE49-F238E27FC236}">
                <a16:creationId xmlns:a16="http://schemas.microsoft.com/office/drawing/2014/main" id="{D62299D6-F1EE-6348-39B8-4FC07541497E}"/>
              </a:ext>
            </a:extLst>
          </p:cNvPr>
          <p:cNvSpPr/>
          <p:nvPr/>
        </p:nvSpPr>
        <p:spPr>
          <a:xfrm>
            <a:off x="9777844" y="5143500"/>
            <a:ext cx="1600200" cy="290945"/>
          </a:xfrm>
          <a:custGeom>
            <a:avLst/>
            <a:gdLst>
              <a:gd name="connsiteX0" fmla="*/ 0 w 1600200"/>
              <a:gd name="connsiteY0" fmla="*/ 290945 h 290945"/>
              <a:gd name="connsiteX1" fmla="*/ 176645 w 1600200"/>
              <a:gd name="connsiteY1" fmla="*/ 0 h 290945"/>
              <a:gd name="connsiteX2" fmla="*/ 1589809 w 1600200"/>
              <a:gd name="connsiteY2" fmla="*/ 0 h 290945"/>
              <a:gd name="connsiteX3" fmla="*/ 1600200 w 1600200"/>
              <a:gd name="connsiteY3" fmla="*/ 259773 h 290945"/>
              <a:gd name="connsiteX4" fmla="*/ 0 w 1600200"/>
              <a:gd name="connsiteY4" fmla="*/ 290945 h 290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200" h="290945">
                <a:moveTo>
                  <a:pt x="0" y="290945"/>
                </a:moveTo>
                <a:lnTo>
                  <a:pt x="176645" y="0"/>
                </a:lnTo>
                <a:lnTo>
                  <a:pt x="1589809" y="0"/>
                </a:lnTo>
                <a:lnTo>
                  <a:pt x="1600200" y="259773"/>
                </a:lnTo>
                <a:lnTo>
                  <a:pt x="0" y="29094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5037146-B7EA-51CC-D955-DF5CF6091E9D}"/>
              </a:ext>
            </a:extLst>
          </p:cNvPr>
          <p:cNvCxnSpPr>
            <a:cxnSpLocks/>
            <a:stCxn id="127" idx="0"/>
          </p:cNvCxnSpPr>
          <p:nvPr/>
        </p:nvCxnSpPr>
        <p:spPr>
          <a:xfrm flipH="1" flipV="1">
            <a:off x="9994039" y="4644736"/>
            <a:ext cx="34853" cy="10508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D3A1E8F0-DD4B-2F22-B771-BA53A1EC151D}"/>
              </a:ext>
            </a:extLst>
          </p:cNvPr>
          <p:cNvSpPr txBox="1"/>
          <p:nvPr/>
        </p:nvSpPr>
        <p:spPr>
          <a:xfrm>
            <a:off x="9720955" y="569556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11.5</a:t>
            </a:r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EB8EF92-48B4-AB30-3CB3-E7DAB8DE14BD}"/>
              </a:ext>
            </a:extLst>
          </p:cNvPr>
          <p:cNvSpPr txBox="1"/>
          <p:nvPr/>
        </p:nvSpPr>
        <p:spPr>
          <a:xfrm>
            <a:off x="6957111" y="571500"/>
            <a:ext cx="181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Basic Control Rule</a:t>
            </a:r>
            <a:endParaRPr lang="ko-KR" alt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27C7296-1433-4EC7-530F-7383A98CBCDA}"/>
              </a:ext>
            </a:extLst>
          </p:cNvPr>
          <p:cNvSpPr txBox="1"/>
          <p:nvPr/>
        </p:nvSpPr>
        <p:spPr>
          <a:xfrm>
            <a:off x="9360348" y="526311"/>
            <a:ext cx="204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Revised Control Rule</a:t>
            </a:r>
            <a:endParaRPr lang="ko-KR" altLang="en-US" dirty="0"/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3B2E783-AC84-CC38-AC87-E6FA931C4C0D}"/>
              </a:ext>
            </a:extLst>
          </p:cNvPr>
          <p:cNvCxnSpPr/>
          <p:nvPr/>
        </p:nvCxnSpPr>
        <p:spPr>
          <a:xfrm>
            <a:off x="6957601" y="4205609"/>
            <a:ext cx="0" cy="1219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9454F818-EB17-F20C-DD78-4DBF23F59EE2}"/>
              </a:ext>
            </a:extLst>
          </p:cNvPr>
          <p:cNvCxnSpPr>
            <a:cxnSpLocks/>
          </p:cNvCxnSpPr>
          <p:nvPr/>
        </p:nvCxnSpPr>
        <p:spPr>
          <a:xfrm>
            <a:off x="6944901" y="5412109"/>
            <a:ext cx="33188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58D01D0-0E92-6214-9726-78FE2A3F82FB}"/>
              </a:ext>
            </a:extLst>
          </p:cNvPr>
          <p:cNvGrpSpPr/>
          <p:nvPr/>
        </p:nvGrpSpPr>
        <p:grpSpPr>
          <a:xfrm>
            <a:off x="6826953" y="4472580"/>
            <a:ext cx="1451523" cy="1265483"/>
            <a:chOff x="6801459" y="1338726"/>
            <a:chExt cx="1451523" cy="1265483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BDAE987-8E72-5243-8C7F-849468905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1782" y="1353675"/>
              <a:ext cx="523024" cy="9427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2126864B-1C1C-92D3-3EB2-4A547F8DA93A}"/>
                </a:ext>
              </a:extLst>
            </p:cNvPr>
            <p:cNvCxnSpPr>
              <a:cxnSpLocks/>
            </p:cNvCxnSpPr>
            <p:nvPr/>
          </p:nvCxnSpPr>
          <p:spPr>
            <a:xfrm>
              <a:off x="7444806" y="1338726"/>
              <a:ext cx="535119" cy="9470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B5841BC-D4B3-709F-7A1A-B17937860AA0}"/>
                </a:ext>
              </a:extLst>
            </p:cNvPr>
            <p:cNvSpPr txBox="1"/>
            <p:nvPr/>
          </p:nvSpPr>
          <p:spPr>
            <a:xfrm>
              <a:off x="6801459" y="223487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46B4B06-0F00-2884-C348-5D670609C08B}"/>
                </a:ext>
              </a:extLst>
            </p:cNvPr>
            <p:cNvSpPr txBox="1"/>
            <p:nvPr/>
          </p:nvSpPr>
          <p:spPr>
            <a:xfrm>
              <a:off x="7815042" y="2227302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10</a:t>
              </a:r>
              <a:endParaRPr lang="ko-KR" altLang="en-US" dirty="0"/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0C009CA3-5BE5-C714-D26C-B78CECDA4527}"/>
                </a:ext>
              </a:extLst>
            </p:cNvPr>
            <p:cNvSpPr/>
            <p:nvPr/>
          </p:nvSpPr>
          <p:spPr>
            <a:xfrm>
              <a:off x="6941125" y="2015836"/>
              <a:ext cx="1039091" cy="259773"/>
            </a:xfrm>
            <a:custGeom>
              <a:avLst/>
              <a:gdLst>
                <a:gd name="connsiteX0" fmla="*/ 0 w 1039091"/>
                <a:gd name="connsiteY0" fmla="*/ 259773 h 259773"/>
                <a:gd name="connsiteX1" fmla="*/ 145473 w 1039091"/>
                <a:gd name="connsiteY1" fmla="*/ 0 h 259773"/>
                <a:gd name="connsiteX2" fmla="*/ 893618 w 1039091"/>
                <a:gd name="connsiteY2" fmla="*/ 10391 h 259773"/>
                <a:gd name="connsiteX3" fmla="*/ 1039091 w 1039091"/>
                <a:gd name="connsiteY3" fmla="*/ 259773 h 259773"/>
                <a:gd name="connsiteX4" fmla="*/ 0 w 1039091"/>
                <a:gd name="connsiteY4" fmla="*/ 259773 h 259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091" h="259773">
                  <a:moveTo>
                    <a:pt x="0" y="259773"/>
                  </a:moveTo>
                  <a:lnTo>
                    <a:pt x="145473" y="0"/>
                  </a:lnTo>
                  <a:lnTo>
                    <a:pt x="893618" y="10391"/>
                  </a:lnTo>
                  <a:lnTo>
                    <a:pt x="1039091" y="259773"/>
                  </a:lnTo>
                  <a:lnTo>
                    <a:pt x="0" y="259773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2D64B4A-059A-8C31-E983-4B5356020AE2}"/>
              </a:ext>
            </a:extLst>
          </p:cNvPr>
          <p:cNvCxnSpPr>
            <a:cxnSpLocks/>
          </p:cNvCxnSpPr>
          <p:nvPr/>
        </p:nvCxnSpPr>
        <p:spPr>
          <a:xfrm>
            <a:off x="7471922" y="4810056"/>
            <a:ext cx="0" cy="8095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C635E5B6-D511-C322-E040-13FDF322390C}"/>
              </a:ext>
            </a:extLst>
          </p:cNvPr>
          <p:cNvSpPr txBox="1"/>
          <p:nvPr/>
        </p:nvSpPr>
        <p:spPr>
          <a:xfrm>
            <a:off x="7239927" y="5604322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7.5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4D0FE0D-DC09-DEA2-2337-6DE81249EF06}"/>
                  </a:ext>
                </a:extLst>
              </p:cNvPr>
              <p:cNvSpPr txBox="1"/>
              <p:nvPr/>
            </p:nvSpPr>
            <p:spPr>
              <a:xfrm flipH="1">
                <a:off x="9783162" y="2488842"/>
                <a:ext cx="10445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PB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4D0FE0D-DC09-DEA2-2337-6DE81249E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783162" y="2488842"/>
                <a:ext cx="1044577" cy="369332"/>
              </a:xfrm>
              <a:prstGeom prst="rect">
                <a:avLst/>
              </a:prstGeom>
              <a:blipFill>
                <a:blip r:embed="rId15"/>
                <a:stretch>
                  <a:fillRect l="-5263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extBox 144">
            <a:extLst>
              <a:ext uri="{FF2B5EF4-FFF2-40B4-BE49-F238E27FC236}">
                <a16:creationId xmlns:a16="http://schemas.microsoft.com/office/drawing/2014/main" id="{059CE28D-704F-1549-CC9A-C922E9C43114}"/>
              </a:ext>
            </a:extLst>
          </p:cNvPr>
          <p:cNvSpPr txBox="1"/>
          <p:nvPr/>
        </p:nvSpPr>
        <p:spPr>
          <a:xfrm flipH="1">
            <a:off x="6954528" y="2768053"/>
            <a:ext cx="117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규</a:t>
            </a:r>
            <a:r>
              <a:rPr lang="ko-KR" altLang="en-US"/>
              <a:t>칙없음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04C59BDA-41BD-99BA-9BD5-FE0DC42C1055}"/>
                  </a:ext>
                </a:extLst>
              </p:cNvPr>
              <p:cNvSpPr txBox="1"/>
              <p:nvPr/>
            </p:nvSpPr>
            <p:spPr>
              <a:xfrm>
                <a:off x="462508" y="4673600"/>
                <a:ext cx="308283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dirty="0"/>
                  <a:t>Basic Control Rule</a:t>
                </a:r>
              </a:p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Z,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PS, then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dirty="0"/>
                  <a:t>PS</a:t>
                </a:r>
              </a:p>
              <a:p>
                <a:pPr algn="ctr"/>
                <a:r>
                  <a:rPr lang="en-US" altLang="ko-KR" dirty="0">
                    <a:solidFill>
                      <a:srgbClr val="FF0000"/>
                    </a:solidFill>
                  </a:rPr>
                  <a:t>STB 7.5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도로 제어</a:t>
                </a: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04C59BDA-41BD-99BA-9BD5-FE0DC42C1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08" y="4673600"/>
                <a:ext cx="3082832" cy="923330"/>
              </a:xfrm>
              <a:prstGeom prst="rect">
                <a:avLst/>
              </a:prstGeom>
              <a:blipFill>
                <a:blip r:embed="rId16"/>
                <a:stretch>
                  <a:fillRect l="-1779" t="-3974" r="-593" b="-10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296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FE704-05AE-610D-56CA-D4ED8849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218"/>
            <a:ext cx="9905998" cy="753082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2.5 Examples</a:t>
            </a:r>
            <a:endParaRPr lang="ko-KR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/>
              <p:nvPr/>
            </p:nvSpPr>
            <p:spPr>
              <a:xfrm>
                <a:off x="1257696" y="839994"/>
                <a:ext cx="107466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Case 2. </a:t>
                </a:r>
              </a:p>
              <a:p>
                <a:pPr marL="742950" lvl="1" indent="-28575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Heading </a:t>
                </a:r>
                <a:r>
                  <a:rPr lang="ko-KR" altLang="en-US" dirty="0"/>
                  <a:t>오차가 </a:t>
                </a:r>
                <a:r>
                  <a:rPr lang="en-US" altLang="ko-KR" dirty="0"/>
                  <a:t>port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 13</a:t>
                </a:r>
                <a:r>
                  <a:rPr lang="ko-KR" altLang="en-US" dirty="0"/>
                  <a:t>도</a:t>
                </a:r>
                <a:r>
                  <a:rPr lang="en-US" altLang="ko-KR" dirty="0"/>
                  <a:t>(-13), </a:t>
                </a:r>
                <a:r>
                  <a:rPr lang="ko-KR" altLang="en-US" dirty="0"/>
                  <a:t>오차의 변화율이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ko-KR" dirty="0"/>
                  <a:t>e 7</a:t>
                </a:r>
                <a:r>
                  <a:rPr lang="ko-KR" altLang="en-US" dirty="0"/>
                  <a:t>도로 상당히 빠른 속도로 감소</a:t>
                </a:r>
                <a:r>
                  <a:rPr lang="en-US" altLang="ko-KR" dirty="0"/>
                  <a:t>(-)</a:t>
                </a:r>
                <a:r>
                  <a:rPr lang="ko-KR" altLang="en-US" dirty="0"/>
                  <a:t>하고 있다면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696" y="839994"/>
                <a:ext cx="10746660" cy="923330"/>
              </a:xfrm>
              <a:prstGeom prst="rect">
                <a:avLst/>
              </a:prstGeom>
              <a:blipFill>
                <a:blip r:embed="rId3"/>
                <a:stretch>
                  <a:fillRect l="-340" t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8B64C441-8CAF-61A3-ABF7-DC6A7C541C34}"/>
              </a:ext>
            </a:extLst>
          </p:cNvPr>
          <p:cNvGrpSpPr/>
          <p:nvPr/>
        </p:nvGrpSpPr>
        <p:grpSpPr>
          <a:xfrm>
            <a:off x="2097001" y="1677766"/>
            <a:ext cx="6574149" cy="1787446"/>
            <a:chOff x="2808925" y="3014618"/>
            <a:chExt cx="6574149" cy="178744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1DBDF5-FEF6-F6ED-CD13-BE6C05438281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70C00461-AB93-0252-3CEA-86AF71F9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8CEFC37-FF9F-789E-58BC-FA175A1EBB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C2E8F70A-100A-FD5F-2F5C-DF8E4ADC43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0960CF4-0F61-56F9-CD79-17C37DEDA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DBCCC66-D2D9-B221-8DAD-4B0FA40EF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3C5F44A5-D45B-3824-EB60-CB9BD3597D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5FF78B3C-D423-6FB3-50D4-14E6BC34C93A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E1DDA1-EA80-EC42-6F6C-97A826AF01C4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F880DB-1255-D83A-543C-7E98D19DD120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1B89969-4B90-1663-6E21-A44C7A22EB2F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9AE9C4-C0F6-A2CD-9085-E83B1377E70F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CB9EE3-FBFC-2CB1-74A2-DBF9E836096C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98A38-C5F9-50A5-59F1-494723E02761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013246-8FCD-12AA-0638-01366C9984AD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8F221D-C954-E875-F47A-4BD9ABD439D1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FB03734-2DCD-0C4C-5D64-9C1B331571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3F4DAF-38AC-1417-E9D3-75CD835166BE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B686309-A2EA-0948-CAD9-12F5EBA00B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98B50D-D5CC-B021-D327-4076CBD6F954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36DC7BC0-2331-5CCF-CFD6-67AE894629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307B2B-288F-D4C0-CA8D-16EE6685D8BB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32A17EB-D72A-1E01-B465-B530542613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3CF411-4016-AC7E-08A6-6BEABFFA370C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B98A5198-7304-796E-A2CD-1ED339A824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E86561-1B38-3A5F-0ACE-F9C9C0F285B5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8FAA648A-82A2-B5FD-49CE-3778C2017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C798AC-7EA6-CE0A-CDA2-EAC71825E369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14B64CF9-FE8A-D96C-4B78-D3F5490E2C7C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079FF2-CFDA-758F-74F9-8CE83F698024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5EFB6F44-1367-0E3E-D037-83FA7E140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2C71FF-2CD9-4A11-1FD3-86817391E3DD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496631AB-92D0-BC77-390B-DB9FAB3BAD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946069-4E8F-B157-0723-C05B5022F92C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E03039E-0FCF-5136-7C26-DD68206E8CE6}"/>
              </a:ext>
            </a:extLst>
          </p:cNvPr>
          <p:cNvGrpSpPr/>
          <p:nvPr/>
        </p:nvGrpSpPr>
        <p:grpSpPr>
          <a:xfrm>
            <a:off x="2045080" y="3649877"/>
            <a:ext cx="6081074" cy="1106280"/>
            <a:chOff x="2584301" y="5090647"/>
            <a:chExt cx="6081074" cy="110628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DD4F458-D18B-8BA9-763B-462E250A74B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0A916F2-5CB8-DC0E-90B5-A71AB8AB6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158528D-9DD3-BD28-AE81-1B5BB56F3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993494B-F9EB-E08B-5000-C862C1B79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E2F65FF-6BC0-177C-8DA2-0C75334D4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4366B83-1F1D-93FF-F4D1-1063FE94B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D866CE3-B4C9-771B-7723-850F876BF7C1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61F92A5C-F9C9-3B28-2375-5485AEF7A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633D051-797C-A215-2C32-A39A97480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F9CFAA-2514-B511-FD09-0106DD272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649A616-2994-5317-A048-21BC54CE2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E9EA91AE-2015-68D9-C061-120EA865F6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2CA93D90-AF5A-8DE1-6BCC-FAA7F44D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E05F2F1-431C-08D5-6FC9-02FEBD3CC21B}"/>
                </a:ext>
              </a:extLst>
            </p:cNvPr>
            <p:cNvCxnSpPr>
              <a:stCxn id="4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2C218CE-D0DA-5A96-B6B9-1B48FA6657B7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F365C42-6914-6105-A05D-5EC8A76D0799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DFBD1D84-761E-A663-914E-EED01BFC5810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81A8263A-F215-0873-C440-82F48FADD808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29988B3-820C-20E4-ADDE-04891789DE9F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D8B3BF3-7E4E-42F7-8027-8A8DF1439D03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97D8DA3-01BC-C3A2-1970-39D759F52D6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D754DF0-BABC-618F-8BB3-11F49689AC24}"/>
                </a:ext>
              </a:extLst>
            </p:cNvPr>
            <p:cNvCxnSpPr>
              <a:stCxn id="4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459CB2C2-74F9-198B-D9BC-6EFFE58016D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CE9585C-D125-1054-7F77-48D2D1F4D8B7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09CE91F-D18D-ACE6-E26A-9438E9E072C3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94A6BE11-A419-5A04-E524-B5AD24FA9482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4DAECF85-F6BA-9A38-0C57-D40E04884DB2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1BAD15-7ACB-2CE8-A8A1-E0A67600DC8A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B1F892F-BE4C-B70E-677F-2FE0DEBB79A8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06E4DBD-BDF4-58D6-5DD5-7519A78D834F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37C857A-7CF8-25FC-673A-8A8D44849211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B02E4D1-0008-0225-EDBD-3D372AD12795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6428C7-D36F-6D64-60F3-8122DE571772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850D4A-F863-D7F4-9519-E86662A14E76}"/>
              </a:ext>
            </a:extLst>
          </p:cNvPr>
          <p:cNvCxnSpPr>
            <a:cxnSpLocks/>
          </p:cNvCxnSpPr>
          <p:nvPr/>
        </p:nvCxnSpPr>
        <p:spPr>
          <a:xfrm>
            <a:off x="3460299" y="2472392"/>
            <a:ext cx="0" cy="19084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FA6BF18-DC30-FFDE-20D2-4D981D4FE54B}"/>
              </a:ext>
            </a:extLst>
          </p:cNvPr>
          <p:cNvSpPr txBox="1"/>
          <p:nvPr/>
        </p:nvSpPr>
        <p:spPr>
          <a:xfrm>
            <a:off x="1659409" y="38638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/>
              <p:nvPr/>
            </p:nvSpPr>
            <p:spPr>
              <a:xfrm>
                <a:off x="1652158" y="4933369"/>
                <a:ext cx="517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158" y="4933369"/>
                <a:ext cx="5175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D3B59FCB-91B9-8768-D487-A9973E56A609}"/>
              </a:ext>
            </a:extLst>
          </p:cNvPr>
          <p:cNvSpPr txBox="1"/>
          <p:nvPr/>
        </p:nvSpPr>
        <p:spPr>
          <a:xfrm>
            <a:off x="3203837" y="322914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-13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355F7D4-D58B-E162-87EF-9DA6362FA6D7}"/>
              </a:ext>
            </a:extLst>
          </p:cNvPr>
          <p:cNvGrpSpPr/>
          <p:nvPr/>
        </p:nvGrpSpPr>
        <p:grpSpPr>
          <a:xfrm>
            <a:off x="2073761" y="4908203"/>
            <a:ext cx="6081074" cy="1106280"/>
            <a:chOff x="2584301" y="5090647"/>
            <a:chExt cx="6081074" cy="1106280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39301CE6-7F5E-60B6-DB74-37BEC7F4A49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139267E-057B-72F2-9313-C8E17CB54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797CE750-BD87-0928-AFE1-5058DB5F6E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C9B3605-2ED5-F365-796E-98549DC74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2C9CFF39-4CE8-2E01-16E1-88EEDF6BD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92E0ED9E-895E-F4E9-EBCF-E19943855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2A1215E-D662-2273-3CB4-8EF3DE8C82A9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D8CCC704-E5F0-35F5-53D7-5FD97A1C9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156B453-A8C9-1424-64A4-91626B92A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A7A49898-7EDB-8AE1-F4C0-C43BDBD85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1DA570C-4F14-1DF1-D090-A8740E4B1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34B4158-0DCC-5522-A01E-90702B0A0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F590DEB9-1E09-3F32-58C9-A6AD6DEAE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C0F7BED-2747-062F-02EB-A3DE24F73F1F}"/>
                </a:ext>
              </a:extLst>
            </p:cNvPr>
            <p:cNvCxnSpPr>
              <a:stCxn id="8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8682E065-14C8-D622-4453-DEF4BD51A06D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BC5884C5-1C78-4BF3-A355-7B65A8FC5F9E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0FEF991-FC58-7AD9-F462-C14480C2C4C2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845392E1-8B06-F90A-15CF-8E7FEF48A795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D619C67-B6F3-2614-A401-665A40A43C26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7332BB6-D3D0-7370-CB49-F17F947FE0B7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73518492-F76A-0FB1-89ED-128F87C0A30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531DA2D-C6B2-DD64-2B52-DA4CBFB6F8B8}"/>
                </a:ext>
              </a:extLst>
            </p:cNvPr>
            <p:cNvCxnSpPr>
              <a:stCxn id="8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78BD735D-F23F-6DDD-76DE-227633A1BC2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A5939035-25A2-F9FA-D1B3-77F90BFFD0AC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B9802C91-CBE9-48D8-2BA4-FC6C1317E649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BB7A37B-C2F4-121E-E416-D4765DE132B5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EC4E790-DE3A-5B17-E1A0-2B1D35F5F110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F2AE8F1-0458-B98B-75C7-C2ABB07E431D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E6DFAD9-D1AE-4067-8399-57673253AF15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DACEF04-EB73-1617-346F-B6AF58E972F0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D5A6022-567F-7772-4199-F0523877D499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74EFDFC-331E-361B-7910-A490A105E7F2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B4ABEC2-3876-1868-72D6-90E547FB0B46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ECCDEA-6659-A207-EBB4-372BC026D879}"/>
              </a:ext>
            </a:extLst>
          </p:cNvPr>
          <p:cNvCxnSpPr>
            <a:cxnSpLocks/>
          </p:cNvCxnSpPr>
          <p:nvPr/>
        </p:nvCxnSpPr>
        <p:spPr>
          <a:xfrm>
            <a:off x="4126009" y="2692742"/>
            <a:ext cx="0" cy="3031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C502671-2640-459C-885A-D98952D4AA1A}"/>
              </a:ext>
            </a:extLst>
          </p:cNvPr>
          <p:cNvSpPr txBox="1"/>
          <p:nvPr/>
        </p:nvSpPr>
        <p:spPr>
          <a:xfrm>
            <a:off x="4011953" y="463544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-7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</p:spTree>
    <p:extLst>
      <p:ext uri="{BB962C8B-B14F-4D97-AF65-F5344CB8AC3E}">
        <p14:creationId xmlns:p14="http://schemas.microsoft.com/office/powerpoint/2010/main" val="2757613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0340F9A-A4B4-E654-D84F-D6718933CCC5}"/>
              </a:ext>
            </a:extLst>
          </p:cNvPr>
          <p:cNvGrpSpPr/>
          <p:nvPr/>
        </p:nvGrpSpPr>
        <p:grpSpPr>
          <a:xfrm>
            <a:off x="1371600" y="1092200"/>
            <a:ext cx="1905000" cy="1219200"/>
            <a:chOff x="1371600" y="1663700"/>
            <a:chExt cx="1905000" cy="121920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392A01-012C-86B6-B413-29B1700E1C2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A61FB062-27D5-203A-3089-7D54AC0817E0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32CCEC8-D878-3A98-DAAE-56C8020229F8}"/>
              </a:ext>
            </a:extLst>
          </p:cNvPr>
          <p:cNvGrpSpPr/>
          <p:nvPr/>
        </p:nvGrpSpPr>
        <p:grpSpPr>
          <a:xfrm>
            <a:off x="4838700" y="1092200"/>
            <a:ext cx="1905000" cy="1219200"/>
            <a:chOff x="1371600" y="1663700"/>
            <a:chExt cx="1905000" cy="1219200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C47C2E5-49B6-A888-7B03-60A99A55A6D0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5171DC7-DD1F-3CEA-9E3A-5E5459310A0F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6F5FBD-3B52-CC20-6D3E-8187B2813DC6}"/>
              </a:ext>
            </a:extLst>
          </p:cNvPr>
          <p:cNvSpPr txBox="1"/>
          <p:nvPr/>
        </p:nvSpPr>
        <p:spPr>
          <a:xfrm flipH="1">
            <a:off x="946150" y="787400"/>
            <a:ext cx="118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  <a:r>
              <a:rPr lang="en-US" altLang="ko-KR" dirty="0"/>
              <a:t> </a:t>
            </a:r>
            <a:r>
              <a:rPr lang="ko-KR" altLang="en-US" dirty="0"/>
              <a:t>규칙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7CECBF-35D4-921F-D567-35EB92788A2C}"/>
              </a:ext>
            </a:extLst>
          </p:cNvPr>
          <p:cNvCxnSpPr>
            <a:cxnSpLocks/>
          </p:cNvCxnSpPr>
          <p:nvPr/>
        </p:nvCxnSpPr>
        <p:spPr>
          <a:xfrm>
            <a:off x="1390647" y="1346200"/>
            <a:ext cx="1149353" cy="9652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0EBF35-0CB7-575E-83A5-65B513614344}"/>
              </a:ext>
            </a:extLst>
          </p:cNvPr>
          <p:cNvCxnSpPr>
            <a:cxnSpLocks/>
          </p:cNvCxnSpPr>
          <p:nvPr/>
        </p:nvCxnSpPr>
        <p:spPr>
          <a:xfrm>
            <a:off x="4813300" y="1358900"/>
            <a:ext cx="1142999" cy="9419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950640-B270-236E-5ADA-3E3BDE0F4D47}"/>
              </a:ext>
            </a:extLst>
          </p:cNvPr>
          <p:cNvGrpSpPr/>
          <p:nvPr/>
        </p:nvGrpSpPr>
        <p:grpSpPr>
          <a:xfrm>
            <a:off x="1384300" y="2794001"/>
            <a:ext cx="1905000" cy="1219200"/>
            <a:chOff x="1371600" y="1663700"/>
            <a:chExt cx="1905000" cy="121920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9D0A662-6020-5652-517C-514F6688C3FF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BC8A5DF-E06D-D200-2A71-2F854C9FA21D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B2570D-1E68-3686-568F-74E990B2BA7F}"/>
              </a:ext>
            </a:extLst>
          </p:cNvPr>
          <p:cNvGrpSpPr/>
          <p:nvPr/>
        </p:nvGrpSpPr>
        <p:grpSpPr>
          <a:xfrm>
            <a:off x="4851400" y="2794001"/>
            <a:ext cx="1905000" cy="1219200"/>
            <a:chOff x="1371600" y="1663700"/>
            <a:chExt cx="1905000" cy="121920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3CA87F8-26A9-7986-6529-63B0E8648FE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C0BD469-D278-8B76-7215-700DB1E1D446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FD50D22-9690-E110-3D99-A83F27577E99}"/>
              </a:ext>
            </a:extLst>
          </p:cNvPr>
          <p:cNvSpPr txBox="1"/>
          <p:nvPr/>
        </p:nvSpPr>
        <p:spPr>
          <a:xfrm flipH="1">
            <a:off x="865925" y="2443202"/>
            <a:ext cx="118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 규칙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8F5A939-9462-1A31-A23E-5FC80A9B2BCD}"/>
              </a:ext>
            </a:extLst>
          </p:cNvPr>
          <p:cNvCxnSpPr>
            <a:cxnSpLocks/>
          </p:cNvCxnSpPr>
          <p:nvPr/>
        </p:nvCxnSpPr>
        <p:spPr>
          <a:xfrm flipV="1">
            <a:off x="1422136" y="2930820"/>
            <a:ext cx="1117864" cy="1082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CB3FB06-2110-0B03-330C-BC1F92E40862}"/>
              </a:ext>
            </a:extLst>
          </p:cNvPr>
          <p:cNvCxnSpPr/>
          <p:nvPr/>
        </p:nvCxnSpPr>
        <p:spPr>
          <a:xfrm flipV="1">
            <a:off x="4826000" y="2902467"/>
            <a:ext cx="1257300" cy="11107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539278F-55E6-7D15-BB34-73D554929A55}"/>
              </a:ext>
            </a:extLst>
          </p:cNvPr>
          <p:cNvCxnSpPr>
            <a:cxnSpLocks/>
          </p:cNvCxnSpPr>
          <p:nvPr/>
        </p:nvCxnSpPr>
        <p:spPr>
          <a:xfrm>
            <a:off x="1765874" y="1589643"/>
            <a:ext cx="0" cy="2401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20AB5B-4357-371D-8BC0-49FB607BEAD7}"/>
              </a:ext>
            </a:extLst>
          </p:cNvPr>
          <p:cNvSpPr txBox="1"/>
          <p:nvPr/>
        </p:nvSpPr>
        <p:spPr>
          <a:xfrm>
            <a:off x="1537897" y="396602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4DFE2-3C7A-09B0-1AE1-4A661F0E8DBA}"/>
              </a:ext>
            </a:extLst>
          </p:cNvPr>
          <p:cNvSpPr txBox="1"/>
          <p:nvPr/>
        </p:nvSpPr>
        <p:spPr>
          <a:xfrm>
            <a:off x="5385653" y="400979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-7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2FD0BEC-DD5A-F78D-2313-25E42D21D4C6}"/>
              </a:ext>
            </a:extLst>
          </p:cNvPr>
          <p:cNvCxnSpPr>
            <a:cxnSpLocks/>
          </p:cNvCxnSpPr>
          <p:nvPr/>
        </p:nvCxnSpPr>
        <p:spPr>
          <a:xfrm flipH="1" flipV="1">
            <a:off x="5507596" y="1726684"/>
            <a:ext cx="21348" cy="2273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8AC455F-46FD-DF6D-190A-94AA414113B6}"/>
              </a:ext>
            </a:extLst>
          </p:cNvPr>
          <p:cNvCxnSpPr>
            <a:cxnSpLocks/>
          </p:cNvCxnSpPr>
          <p:nvPr/>
        </p:nvCxnSpPr>
        <p:spPr>
          <a:xfrm>
            <a:off x="4384964" y="1922318"/>
            <a:ext cx="5940136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233F153-FE27-6A5D-3724-EE8C4994F7F2}"/>
              </a:ext>
            </a:extLst>
          </p:cNvPr>
          <p:cNvCxnSpPr>
            <a:cxnSpLocks/>
          </p:cNvCxnSpPr>
          <p:nvPr/>
        </p:nvCxnSpPr>
        <p:spPr>
          <a:xfrm>
            <a:off x="1537897" y="1660236"/>
            <a:ext cx="8787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/>
              <p:nvPr/>
            </p:nvSpPr>
            <p:spPr>
              <a:xfrm flipH="1">
                <a:off x="1991534" y="129960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91534" y="1299604"/>
                <a:ext cx="593185" cy="376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/>
              <p:nvPr/>
            </p:nvSpPr>
            <p:spPr>
              <a:xfrm flipH="1">
                <a:off x="5068110" y="129587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68110" y="1295873"/>
                <a:ext cx="593185" cy="3765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/>
              <p:nvPr/>
            </p:nvSpPr>
            <p:spPr>
              <a:xfrm flipH="1">
                <a:off x="2399108" y="289242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99108" y="2892424"/>
                <a:ext cx="593185" cy="376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/>
              <p:nvPr/>
            </p:nvSpPr>
            <p:spPr>
              <a:xfrm flipH="1">
                <a:off x="5968963" y="2886618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68963" y="2886618"/>
                <a:ext cx="593185" cy="376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79C96E7-EB38-6A0B-E83F-C4C733744637}"/>
              </a:ext>
            </a:extLst>
          </p:cNvPr>
          <p:cNvCxnSpPr>
            <a:cxnSpLocks/>
          </p:cNvCxnSpPr>
          <p:nvPr/>
        </p:nvCxnSpPr>
        <p:spPr>
          <a:xfrm flipV="1">
            <a:off x="1537897" y="3652883"/>
            <a:ext cx="8663377" cy="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04D9680-9288-51D2-E939-4748D5358E86}"/>
              </a:ext>
            </a:extLst>
          </p:cNvPr>
          <p:cNvCxnSpPr>
            <a:cxnSpLocks/>
          </p:cNvCxnSpPr>
          <p:nvPr/>
        </p:nvCxnSpPr>
        <p:spPr>
          <a:xfrm>
            <a:off x="4091401" y="3363360"/>
            <a:ext cx="6246399" cy="2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/>
              <p:nvPr/>
            </p:nvSpPr>
            <p:spPr>
              <a:xfrm>
                <a:off x="3659088" y="1745575"/>
                <a:ext cx="513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088" y="1745575"/>
                <a:ext cx="513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/>
              <p:nvPr/>
            </p:nvSpPr>
            <p:spPr>
              <a:xfrm>
                <a:off x="3573054" y="3601529"/>
                <a:ext cx="518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054" y="3601529"/>
                <a:ext cx="5183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C82C1932-329B-D00B-D866-6775C23DE3E4}"/>
              </a:ext>
            </a:extLst>
          </p:cNvPr>
          <p:cNvGrpSpPr/>
          <p:nvPr/>
        </p:nvGrpSpPr>
        <p:grpSpPr>
          <a:xfrm>
            <a:off x="8255000" y="1079500"/>
            <a:ext cx="1905000" cy="1219200"/>
            <a:chOff x="1371600" y="1663700"/>
            <a:chExt cx="1905000" cy="121920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9E7C4AE-148F-570E-9B5D-19F3BA3194EB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AB634D1-3DBA-D55B-2208-6F55F9744022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36987C4-B623-647F-5C68-2E92700FBC35}"/>
              </a:ext>
            </a:extLst>
          </p:cNvPr>
          <p:cNvGrpSpPr/>
          <p:nvPr/>
        </p:nvGrpSpPr>
        <p:grpSpPr>
          <a:xfrm>
            <a:off x="8267700" y="2755899"/>
            <a:ext cx="2413000" cy="1219200"/>
            <a:chOff x="8267700" y="3327399"/>
            <a:chExt cx="2413000" cy="121920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93F19E7-BFF4-357C-A1F5-B3AE55BB2B41}"/>
                </a:ext>
              </a:extLst>
            </p:cNvPr>
            <p:cNvCxnSpPr/>
            <p:nvPr/>
          </p:nvCxnSpPr>
          <p:spPr>
            <a:xfrm>
              <a:off x="8280400" y="3327399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3B14616D-7AC6-2C25-2FE7-6B89E590C0D9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4533899"/>
              <a:ext cx="2413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0E38724-F665-8D57-5EBC-78B6B7DF4145}"/>
              </a:ext>
            </a:extLst>
          </p:cNvPr>
          <p:cNvGrpSpPr/>
          <p:nvPr/>
        </p:nvGrpSpPr>
        <p:grpSpPr>
          <a:xfrm>
            <a:off x="8267700" y="4200456"/>
            <a:ext cx="2959100" cy="1219200"/>
            <a:chOff x="8267700" y="4771956"/>
            <a:chExt cx="2959100" cy="1219200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53A5B90-60B7-96DC-5019-972EB6431349}"/>
                </a:ext>
              </a:extLst>
            </p:cNvPr>
            <p:cNvCxnSpPr>
              <a:cxnSpLocks/>
            </p:cNvCxnSpPr>
            <p:nvPr/>
          </p:nvCxnSpPr>
          <p:spPr>
            <a:xfrm>
              <a:off x="8280400" y="4771956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E2BB9D9-BD10-A712-DD80-EF576D1EFE03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5978456"/>
              <a:ext cx="29591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BC734F2-57EF-5C45-012A-5F15616C825B}"/>
              </a:ext>
            </a:extLst>
          </p:cNvPr>
          <p:cNvCxnSpPr>
            <a:cxnSpLocks/>
          </p:cNvCxnSpPr>
          <p:nvPr/>
        </p:nvCxnSpPr>
        <p:spPr>
          <a:xfrm>
            <a:off x="9206924" y="1360895"/>
            <a:ext cx="831850" cy="92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F7BB954-952E-F521-B9D2-226B442B198A}"/>
              </a:ext>
            </a:extLst>
          </p:cNvPr>
          <p:cNvSpPr txBox="1"/>
          <p:nvPr/>
        </p:nvSpPr>
        <p:spPr>
          <a:xfrm flipH="1">
            <a:off x="5924548" y="1220311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276EFE-FFFA-CD29-BB1A-8F1FD0EFE9A8}"/>
              </a:ext>
            </a:extLst>
          </p:cNvPr>
          <p:cNvSpPr txBox="1"/>
          <p:nvPr/>
        </p:nvSpPr>
        <p:spPr>
          <a:xfrm flipH="1">
            <a:off x="6736274" y="2889250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1942FF-DF2B-7A70-79CD-C9C2DCBF40FB}"/>
              </a:ext>
            </a:extLst>
          </p:cNvPr>
          <p:cNvSpPr txBox="1"/>
          <p:nvPr/>
        </p:nvSpPr>
        <p:spPr>
          <a:xfrm>
            <a:off x="8778877" y="541965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-18.5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/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NB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blipFill>
                <a:blip r:embed="rId9"/>
                <a:stretch>
                  <a:fillRect l="-4082" t="-11667" r="-102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/>
              <p:nvPr/>
            </p:nvSpPr>
            <p:spPr>
              <a:xfrm flipH="1">
                <a:off x="5378449" y="851016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78449" y="851016"/>
                <a:ext cx="1365250" cy="369332"/>
              </a:xfrm>
              <a:prstGeom prst="rect">
                <a:avLst/>
              </a:prstGeom>
              <a:blipFill>
                <a:blip r:embed="rId10"/>
                <a:stretch>
                  <a:fillRect l="-3571" t="-11667" r="-3125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/>
              <p:nvPr/>
            </p:nvSpPr>
            <p:spPr>
              <a:xfrm flipH="1">
                <a:off x="8806659" y="851016"/>
                <a:ext cx="10445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06659" y="851016"/>
                <a:ext cx="1044577" cy="369332"/>
              </a:xfrm>
              <a:prstGeom prst="rect">
                <a:avLst/>
              </a:prstGeom>
              <a:blipFill>
                <a:blip r:embed="rId11"/>
                <a:stretch>
                  <a:fillRect l="-5263"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3C0F6FA6-8042-6C8A-9BE9-F0622C650383}"/>
              </a:ext>
            </a:extLst>
          </p:cNvPr>
          <p:cNvSpPr txBox="1"/>
          <p:nvPr/>
        </p:nvSpPr>
        <p:spPr>
          <a:xfrm flipH="1">
            <a:off x="10503878" y="2662347"/>
            <a:ext cx="7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Max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/>
              <p:nvPr/>
            </p:nvSpPr>
            <p:spPr>
              <a:xfrm>
                <a:off x="2195028" y="4920218"/>
                <a:ext cx="314714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NB,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NM, then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NB</a:t>
                </a:r>
              </a:p>
              <a:p>
                <a:r>
                  <a:rPr lang="en-US" altLang="ko-KR" dirty="0"/>
                  <a:t>If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NM,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NS, then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NB</a:t>
                </a:r>
              </a:p>
              <a:p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따라서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Port 18.5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도로 제어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028" y="4920218"/>
                <a:ext cx="3147144" cy="1200329"/>
              </a:xfrm>
              <a:prstGeom prst="rect">
                <a:avLst/>
              </a:prstGeom>
              <a:blipFill>
                <a:blip r:embed="rId12"/>
                <a:stretch>
                  <a:fillRect l="-1550" t="-2538" r="-969" b="-7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6CF5744E-CDC9-3CE5-9D3B-42505F3F0EA3}"/>
              </a:ext>
            </a:extLst>
          </p:cNvPr>
          <p:cNvSpPr txBox="1"/>
          <p:nvPr/>
        </p:nvSpPr>
        <p:spPr>
          <a:xfrm>
            <a:off x="10042528" y="439420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Defuzzification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D75F4D-ECB5-ACB3-EAF5-CE20DAE31490}"/>
              </a:ext>
            </a:extLst>
          </p:cNvPr>
          <p:cNvSpPr txBox="1"/>
          <p:nvPr/>
        </p:nvSpPr>
        <p:spPr>
          <a:xfrm>
            <a:off x="931455" y="2169721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1078CE-95C0-C3ED-8806-CD1818399227}"/>
              </a:ext>
            </a:extLst>
          </p:cNvPr>
          <p:cNvSpPr txBox="1"/>
          <p:nvPr/>
        </p:nvSpPr>
        <p:spPr>
          <a:xfrm>
            <a:off x="2403605" y="225152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7D5122-2B4D-9810-0E3C-AA5A0A57BE99}"/>
              </a:ext>
            </a:extLst>
          </p:cNvPr>
          <p:cNvSpPr txBox="1"/>
          <p:nvPr/>
        </p:nvSpPr>
        <p:spPr>
          <a:xfrm>
            <a:off x="4695748" y="221742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BB08EE-B64E-8DFA-7250-02A9E76D1BD6}"/>
              </a:ext>
            </a:extLst>
          </p:cNvPr>
          <p:cNvSpPr txBox="1"/>
          <p:nvPr/>
        </p:nvSpPr>
        <p:spPr>
          <a:xfrm>
            <a:off x="5845230" y="2208845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7C938FC-85EB-239B-05DD-FB5B3BBDD037}"/>
              </a:ext>
            </a:extLst>
          </p:cNvPr>
          <p:cNvCxnSpPr/>
          <p:nvPr/>
        </p:nvCxnSpPr>
        <p:spPr>
          <a:xfrm>
            <a:off x="971552" y="1346200"/>
            <a:ext cx="90709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/>
              <p:nvPr/>
            </p:nvSpPr>
            <p:spPr>
              <a:xfrm flipH="1">
                <a:off x="2567739" y="2523310"/>
                <a:ext cx="14183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NM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67739" y="2523310"/>
                <a:ext cx="1418367" cy="369332"/>
              </a:xfrm>
              <a:prstGeom prst="rect">
                <a:avLst/>
              </a:prstGeom>
              <a:blipFill>
                <a:blip r:embed="rId13"/>
                <a:stretch>
                  <a:fillRect l="-3433" t="-11475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/>
              <p:nvPr/>
            </p:nvSpPr>
            <p:spPr>
              <a:xfrm flipH="1">
                <a:off x="5615597" y="2571750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15597" y="2571750"/>
                <a:ext cx="1365250" cy="369332"/>
              </a:xfrm>
              <a:prstGeom prst="rect">
                <a:avLst/>
              </a:prstGeom>
              <a:blipFill>
                <a:blip r:embed="rId14"/>
                <a:stretch>
                  <a:fillRect l="-3571" t="-11667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9FD8E8F-141F-B240-48AC-702594709B25}"/>
              </a:ext>
            </a:extLst>
          </p:cNvPr>
          <p:cNvSpPr txBox="1"/>
          <p:nvPr/>
        </p:nvSpPr>
        <p:spPr>
          <a:xfrm>
            <a:off x="980847" y="394682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9092D2-D3A5-8F88-83B5-6B263293B2B4}"/>
              </a:ext>
            </a:extLst>
          </p:cNvPr>
          <p:cNvSpPr txBox="1"/>
          <p:nvPr/>
        </p:nvSpPr>
        <p:spPr>
          <a:xfrm>
            <a:off x="2220614" y="3982232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C780A5-5321-15BF-2BC2-181C9BA6B918}"/>
              </a:ext>
            </a:extLst>
          </p:cNvPr>
          <p:cNvSpPr txBox="1"/>
          <p:nvPr/>
        </p:nvSpPr>
        <p:spPr>
          <a:xfrm>
            <a:off x="4611587" y="397227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A57007-A7AE-E459-2D28-A7D65C601E46}"/>
              </a:ext>
            </a:extLst>
          </p:cNvPr>
          <p:cNvSpPr txBox="1"/>
          <p:nvPr/>
        </p:nvSpPr>
        <p:spPr>
          <a:xfrm>
            <a:off x="5761713" y="400257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0B25112-16E2-0F0D-D8D4-F9FB9A83FC06}"/>
              </a:ext>
            </a:extLst>
          </p:cNvPr>
          <p:cNvCxnSpPr/>
          <p:nvPr/>
        </p:nvCxnSpPr>
        <p:spPr>
          <a:xfrm flipH="1">
            <a:off x="8238549" y="1358900"/>
            <a:ext cx="968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2E46E6-3D32-9246-8EEB-D53A81EA6634}"/>
              </a:ext>
            </a:extLst>
          </p:cNvPr>
          <p:cNvSpPr txBox="1"/>
          <p:nvPr/>
        </p:nvSpPr>
        <p:spPr>
          <a:xfrm>
            <a:off x="9753310" y="2256698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CD08CD-F99C-384E-9952-934E42ABA23F}"/>
              </a:ext>
            </a:extLst>
          </p:cNvPr>
          <p:cNvSpPr txBox="1"/>
          <p:nvPr/>
        </p:nvSpPr>
        <p:spPr>
          <a:xfrm>
            <a:off x="8997903" y="2249091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58B4F20-40FB-A676-2FFF-3B6BC21F2EDC}"/>
              </a:ext>
            </a:extLst>
          </p:cNvPr>
          <p:cNvCxnSpPr>
            <a:cxnSpLocks/>
          </p:cNvCxnSpPr>
          <p:nvPr/>
        </p:nvCxnSpPr>
        <p:spPr>
          <a:xfrm>
            <a:off x="9256714" y="3047567"/>
            <a:ext cx="831850" cy="92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5042AB-78E9-A8C6-CA92-9CD563F04FCF}"/>
              </a:ext>
            </a:extLst>
          </p:cNvPr>
          <p:cNvCxnSpPr/>
          <p:nvPr/>
        </p:nvCxnSpPr>
        <p:spPr>
          <a:xfrm flipH="1">
            <a:off x="8288339" y="3045572"/>
            <a:ext cx="968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13630C1-619E-96AB-1146-C40C832EFB7F}"/>
              </a:ext>
            </a:extLst>
          </p:cNvPr>
          <p:cNvSpPr txBox="1"/>
          <p:nvPr/>
        </p:nvSpPr>
        <p:spPr>
          <a:xfrm>
            <a:off x="9822018" y="3924746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C790D7-D145-96D5-CC7D-EABE5DE7B625}"/>
              </a:ext>
            </a:extLst>
          </p:cNvPr>
          <p:cNvSpPr txBox="1"/>
          <p:nvPr/>
        </p:nvSpPr>
        <p:spPr>
          <a:xfrm>
            <a:off x="9066611" y="391713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89C53BF4-26D9-0B91-0C91-C2DF790391E9}"/>
              </a:ext>
            </a:extLst>
          </p:cNvPr>
          <p:cNvSpPr/>
          <p:nvPr/>
        </p:nvSpPr>
        <p:spPr>
          <a:xfrm>
            <a:off x="8271164" y="1922318"/>
            <a:ext cx="1787236" cy="374073"/>
          </a:xfrm>
          <a:custGeom>
            <a:avLst/>
            <a:gdLst>
              <a:gd name="connsiteX0" fmla="*/ 0 w 1787236"/>
              <a:gd name="connsiteY0" fmla="*/ 0 h 374073"/>
              <a:gd name="connsiteX1" fmla="*/ 1454727 w 1787236"/>
              <a:gd name="connsiteY1" fmla="*/ 10391 h 374073"/>
              <a:gd name="connsiteX2" fmla="*/ 1787236 w 1787236"/>
              <a:gd name="connsiteY2" fmla="*/ 363682 h 374073"/>
              <a:gd name="connsiteX3" fmla="*/ 0 w 1787236"/>
              <a:gd name="connsiteY3" fmla="*/ 374073 h 374073"/>
              <a:gd name="connsiteX4" fmla="*/ 0 w 1787236"/>
              <a:gd name="connsiteY4" fmla="*/ 0 h 37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236" h="374073">
                <a:moveTo>
                  <a:pt x="0" y="0"/>
                </a:moveTo>
                <a:lnTo>
                  <a:pt x="1454727" y="10391"/>
                </a:lnTo>
                <a:lnTo>
                  <a:pt x="1787236" y="363682"/>
                </a:lnTo>
                <a:lnTo>
                  <a:pt x="0" y="3740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938E9B5A-601B-3337-C329-AD7EE0D7EF41}"/>
              </a:ext>
            </a:extLst>
          </p:cNvPr>
          <p:cNvSpPr/>
          <p:nvPr/>
        </p:nvSpPr>
        <p:spPr>
          <a:xfrm>
            <a:off x="8281555" y="3657600"/>
            <a:ext cx="1787236" cy="322118"/>
          </a:xfrm>
          <a:custGeom>
            <a:avLst/>
            <a:gdLst>
              <a:gd name="connsiteX0" fmla="*/ 10390 w 1787236"/>
              <a:gd name="connsiteY0" fmla="*/ 0 h 322118"/>
              <a:gd name="connsiteX1" fmla="*/ 1537854 w 1787236"/>
              <a:gd name="connsiteY1" fmla="*/ 10391 h 322118"/>
              <a:gd name="connsiteX2" fmla="*/ 1787236 w 1787236"/>
              <a:gd name="connsiteY2" fmla="*/ 301336 h 322118"/>
              <a:gd name="connsiteX3" fmla="*/ 0 w 1787236"/>
              <a:gd name="connsiteY3" fmla="*/ 322118 h 322118"/>
              <a:gd name="connsiteX4" fmla="*/ 10390 w 1787236"/>
              <a:gd name="connsiteY4" fmla="*/ 0 h 32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236" h="322118">
                <a:moveTo>
                  <a:pt x="10390" y="0"/>
                </a:moveTo>
                <a:lnTo>
                  <a:pt x="1537854" y="10391"/>
                </a:lnTo>
                <a:lnTo>
                  <a:pt x="1787236" y="301336"/>
                </a:lnTo>
                <a:lnTo>
                  <a:pt x="0" y="322118"/>
                </a:lnTo>
                <a:lnTo>
                  <a:pt x="1039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8F1A16C-ED7F-BBA3-E466-80CC2C47D537}"/>
              </a:ext>
            </a:extLst>
          </p:cNvPr>
          <p:cNvSpPr txBox="1"/>
          <p:nvPr/>
        </p:nvSpPr>
        <p:spPr>
          <a:xfrm>
            <a:off x="8055130" y="393385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-25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B97AA1-76E8-12B4-983B-A2DE33511152}"/>
              </a:ext>
            </a:extLst>
          </p:cNvPr>
          <p:cNvSpPr txBox="1"/>
          <p:nvPr/>
        </p:nvSpPr>
        <p:spPr>
          <a:xfrm>
            <a:off x="8051520" y="226686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-25</a:t>
            </a:r>
            <a:endParaRPr lang="ko-KR" altLang="en-US" dirty="0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FD6A431-D2E7-1276-E56F-AC1B5F421B61}"/>
              </a:ext>
            </a:extLst>
          </p:cNvPr>
          <p:cNvCxnSpPr>
            <a:cxnSpLocks/>
          </p:cNvCxnSpPr>
          <p:nvPr/>
        </p:nvCxnSpPr>
        <p:spPr>
          <a:xfrm>
            <a:off x="9244444" y="4503174"/>
            <a:ext cx="831850" cy="92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CF7767A-0B48-E6DC-7D99-031C8CEF65A9}"/>
              </a:ext>
            </a:extLst>
          </p:cNvPr>
          <p:cNvCxnSpPr/>
          <p:nvPr/>
        </p:nvCxnSpPr>
        <p:spPr>
          <a:xfrm flipH="1">
            <a:off x="8276069" y="4501179"/>
            <a:ext cx="968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B9F8DF90-66DC-A95A-0CA5-EF892CEEC845}"/>
              </a:ext>
            </a:extLst>
          </p:cNvPr>
          <p:cNvSpPr/>
          <p:nvPr/>
        </p:nvSpPr>
        <p:spPr>
          <a:xfrm>
            <a:off x="8289058" y="5052212"/>
            <a:ext cx="1787236" cy="374073"/>
          </a:xfrm>
          <a:custGeom>
            <a:avLst/>
            <a:gdLst>
              <a:gd name="connsiteX0" fmla="*/ 0 w 1787236"/>
              <a:gd name="connsiteY0" fmla="*/ 0 h 374073"/>
              <a:gd name="connsiteX1" fmla="*/ 1454727 w 1787236"/>
              <a:gd name="connsiteY1" fmla="*/ 10391 h 374073"/>
              <a:gd name="connsiteX2" fmla="*/ 1787236 w 1787236"/>
              <a:gd name="connsiteY2" fmla="*/ 363682 h 374073"/>
              <a:gd name="connsiteX3" fmla="*/ 0 w 1787236"/>
              <a:gd name="connsiteY3" fmla="*/ 374073 h 374073"/>
              <a:gd name="connsiteX4" fmla="*/ 0 w 1787236"/>
              <a:gd name="connsiteY4" fmla="*/ 0 h 37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236" h="374073">
                <a:moveTo>
                  <a:pt x="0" y="0"/>
                </a:moveTo>
                <a:lnTo>
                  <a:pt x="1454727" y="10391"/>
                </a:lnTo>
                <a:lnTo>
                  <a:pt x="1787236" y="363682"/>
                </a:lnTo>
                <a:lnTo>
                  <a:pt x="0" y="3740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E30E912-3C2F-ACAE-DC99-19E61B43F793}"/>
              </a:ext>
            </a:extLst>
          </p:cNvPr>
          <p:cNvCxnSpPr/>
          <p:nvPr/>
        </p:nvCxnSpPr>
        <p:spPr>
          <a:xfrm>
            <a:off x="9097607" y="4603173"/>
            <a:ext cx="0" cy="823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7352CD3-FEE0-01B2-3C52-B571FC5B1C0C}"/>
              </a:ext>
            </a:extLst>
          </p:cNvPr>
          <p:cNvSpPr txBox="1"/>
          <p:nvPr/>
        </p:nvSpPr>
        <p:spPr>
          <a:xfrm>
            <a:off x="8612622" y="391713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9139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FE704-05AE-610D-56CA-D4ED8849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218"/>
            <a:ext cx="9905998" cy="753082"/>
          </a:xfrm>
        </p:spPr>
        <p:txBody>
          <a:bodyPr/>
          <a:lstStyle/>
          <a:p>
            <a:r>
              <a:rPr lang="en-US" altLang="ko-KR" dirty="0">
                <a:solidFill>
                  <a:srgbClr val="FFFF00"/>
                </a:solidFill>
              </a:rPr>
              <a:t>2.5 Examples</a:t>
            </a:r>
            <a:endParaRPr lang="ko-KR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/>
              <p:nvPr/>
            </p:nvSpPr>
            <p:spPr>
              <a:xfrm>
                <a:off x="1257696" y="839994"/>
                <a:ext cx="107466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dirty="0"/>
                  <a:t>Case 3. </a:t>
                </a:r>
              </a:p>
              <a:p>
                <a:pPr marL="742950" lvl="1" indent="-28575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Heading </a:t>
                </a:r>
                <a:r>
                  <a:rPr lang="ko-KR" altLang="en-US" dirty="0"/>
                  <a:t>오차가 </a:t>
                </a:r>
                <a:r>
                  <a:rPr lang="en-US" altLang="ko-KR" dirty="0"/>
                  <a:t>port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 5</a:t>
                </a:r>
                <a:r>
                  <a:rPr lang="ko-KR" altLang="en-US" dirty="0"/>
                  <a:t>도</a:t>
                </a:r>
                <a:r>
                  <a:rPr lang="en-US" altLang="ko-KR" dirty="0"/>
                  <a:t>(-5), </a:t>
                </a:r>
                <a:r>
                  <a:rPr lang="ko-KR" altLang="en-US" dirty="0"/>
                  <a:t>오차의 변화율이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ko-KR" dirty="0"/>
                  <a:t>e 7</a:t>
                </a:r>
                <a:r>
                  <a:rPr lang="ko-KR" altLang="en-US" dirty="0"/>
                  <a:t>도로 상당히 빠른 속도로 감소</a:t>
                </a:r>
                <a:r>
                  <a:rPr lang="en-US" altLang="ko-KR" dirty="0"/>
                  <a:t>(-)</a:t>
                </a:r>
                <a:r>
                  <a:rPr lang="ko-KR" altLang="en-US" dirty="0"/>
                  <a:t>하고 있다면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259CD9-DC63-2941-C5DA-A19AC2A50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696" y="839994"/>
                <a:ext cx="10746660" cy="923330"/>
              </a:xfrm>
              <a:prstGeom prst="rect">
                <a:avLst/>
              </a:prstGeom>
              <a:blipFill>
                <a:blip r:embed="rId3"/>
                <a:stretch>
                  <a:fillRect l="-340" t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8B64C441-8CAF-61A3-ABF7-DC6A7C541C34}"/>
              </a:ext>
            </a:extLst>
          </p:cNvPr>
          <p:cNvGrpSpPr/>
          <p:nvPr/>
        </p:nvGrpSpPr>
        <p:grpSpPr>
          <a:xfrm>
            <a:off x="2097001" y="1677766"/>
            <a:ext cx="6574149" cy="1787446"/>
            <a:chOff x="2808925" y="3014618"/>
            <a:chExt cx="6574149" cy="178744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1DBDF5-FEF6-F6ED-CD13-BE6C05438281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70C00461-AB93-0252-3CEA-86AF71F9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8CEFC37-FF9F-789E-58BC-FA175A1EBB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C2E8F70A-100A-FD5F-2F5C-DF8E4ADC43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0960CF4-0F61-56F9-CD79-17C37DEDA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DBCCC66-D2D9-B221-8DAD-4B0FA40EF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3C5F44A5-D45B-3824-EB60-CB9BD3597D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5FF78B3C-D423-6FB3-50D4-14E6BC34C93A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E1DDA1-EA80-EC42-6F6C-97A826AF01C4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F880DB-1255-D83A-543C-7E98D19DD120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1B89969-4B90-1663-6E21-A44C7A22EB2F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9AE9C4-C0F6-A2CD-9085-E83B1377E70F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CB9EE3-FBFC-2CB1-74A2-DBF9E836096C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98A38-C5F9-50A5-59F1-494723E02761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013246-8FCD-12AA-0638-01366C9984AD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8F221D-C954-E875-F47A-4BD9ABD439D1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FB03734-2DCD-0C4C-5D64-9C1B331571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3F4DAF-38AC-1417-E9D3-75CD835166BE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B686309-A2EA-0948-CAD9-12F5EBA00B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98B50D-D5CC-B021-D327-4076CBD6F954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36DC7BC0-2331-5CCF-CFD6-67AE894629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307B2B-288F-D4C0-CA8D-16EE6685D8BB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32A17EB-D72A-1E01-B465-B530542613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3CF411-4016-AC7E-08A6-6BEABFFA370C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B98A5198-7304-796E-A2CD-1ED339A824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E86561-1B38-3A5F-0ACE-F9C9C0F285B5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8FAA648A-82A2-B5FD-49CE-3778C2017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C798AC-7EA6-CE0A-CDA2-EAC71825E369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14B64CF9-FE8A-D96C-4B78-D3F5490E2C7C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A079FF2-CFDA-758F-74F9-8CE83F698024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5EFB6F44-1367-0E3E-D037-83FA7E140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2C71FF-2CD9-4A11-1FD3-86817391E3DD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496631AB-92D0-BC77-390B-DB9FAB3BAD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946069-4E8F-B157-0723-C05B5022F92C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E03039E-0FCF-5136-7C26-DD68206E8CE6}"/>
              </a:ext>
            </a:extLst>
          </p:cNvPr>
          <p:cNvGrpSpPr/>
          <p:nvPr/>
        </p:nvGrpSpPr>
        <p:grpSpPr>
          <a:xfrm>
            <a:off x="2097035" y="3649877"/>
            <a:ext cx="6081074" cy="1106280"/>
            <a:chOff x="2584301" y="5090647"/>
            <a:chExt cx="6081074" cy="110628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DD4F458-D18B-8BA9-763B-462E250A74B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0A916F2-5CB8-DC0E-90B5-A71AB8AB6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158528D-9DD3-BD28-AE81-1B5BB56F3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993494B-F9EB-E08B-5000-C862C1B79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E2F65FF-6BC0-177C-8DA2-0C75334D4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4366B83-1F1D-93FF-F4D1-1063FE94B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D866CE3-B4C9-771B-7723-850F876BF7C1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61F92A5C-F9C9-3B28-2375-5485AEF7A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7633D051-797C-A215-2C32-A39A97480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F9CFAA-2514-B511-FD09-0106DD272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649A616-2994-5317-A048-21BC54CE2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E9EA91AE-2015-68D9-C061-120EA865F6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2CA93D90-AF5A-8DE1-6BCC-FAA7F44DB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E05F2F1-431C-08D5-6FC9-02FEBD3CC21B}"/>
                </a:ext>
              </a:extLst>
            </p:cNvPr>
            <p:cNvCxnSpPr>
              <a:stCxn id="4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2C218CE-D0DA-5A96-B6B9-1B48FA6657B7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F365C42-6914-6105-A05D-5EC8A76D0799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DFBD1D84-761E-A663-914E-EED01BFC5810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81A8263A-F215-0873-C440-82F48FADD808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29988B3-820C-20E4-ADDE-04891789DE9F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D8B3BF3-7E4E-42F7-8027-8A8DF1439D03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97D8DA3-01BC-C3A2-1970-39D759F52D6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D754DF0-BABC-618F-8BB3-11F49689AC24}"/>
                </a:ext>
              </a:extLst>
            </p:cNvPr>
            <p:cNvCxnSpPr>
              <a:stCxn id="4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459CB2C2-74F9-198B-D9BC-6EFFE58016D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CE9585C-D125-1054-7F77-48D2D1F4D8B7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09CE91F-D18D-ACE6-E26A-9438E9E072C3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94A6BE11-A419-5A04-E524-B5AD24FA9482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4DAECF85-F6BA-9A38-0C57-D40E04884DB2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1BAD15-7ACB-2CE8-A8A1-E0A67600DC8A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B1F892F-BE4C-B70E-677F-2FE0DEBB79A8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06E4DBD-BDF4-58D6-5DD5-7519A78D834F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37C857A-7CF8-25FC-673A-8A8D44849211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B02E4D1-0008-0225-EDBD-3D372AD12795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6428C7-D36F-6D64-60F3-8122DE571772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850D4A-F863-D7F4-9519-E86662A14E76}"/>
              </a:ext>
            </a:extLst>
          </p:cNvPr>
          <p:cNvCxnSpPr>
            <a:cxnSpLocks/>
          </p:cNvCxnSpPr>
          <p:nvPr/>
        </p:nvCxnSpPr>
        <p:spPr>
          <a:xfrm>
            <a:off x="4348004" y="2416430"/>
            <a:ext cx="0" cy="19084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FA6BF18-DC30-FFDE-20D2-4D981D4FE54B}"/>
              </a:ext>
            </a:extLst>
          </p:cNvPr>
          <p:cNvSpPr txBox="1"/>
          <p:nvPr/>
        </p:nvSpPr>
        <p:spPr>
          <a:xfrm>
            <a:off x="1659409" y="38638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/>
              <p:nvPr/>
            </p:nvSpPr>
            <p:spPr>
              <a:xfrm>
                <a:off x="1652158" y="4933369"/>
                <a:ext cx="517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11550D-C736-3F56-D9CA-A745A7A2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158" y="4933369"/>
                <a:ext cx="5175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D3B59FCB-91B9-8768-D487-A9973E56A609}"/>
              </a:ext>
            </a:extLst>
          </p:cNvPr>
          <p:cNvSpPr txBox="1"/>
          <p:nvPr/>
        </p:nvSpPr>
        <p:spPr>
          <a:xfrm>
            <a:off x="4304778" y="3083575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-5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355F7D4-D58B-E162-87EF-9DA6362FA6D7}"/>
              </a:ext>
            </a:extLst>
          </p:cNvPr>
          <p:cNvGrpSpPr/>
          <p:nvPr/>
        </p:nvGrpSpPr>
        <p:grpSpPr>
          <a:xfrm>
            <a:off x="2104934" y="4908203"/>
            <a:ext cx="6081074" cy="1106280"/>
            <a:chOff x="2584301" y="5090647"/>
            <a:chExt cx="6081074" cy="1106280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39301CE6-7F5E-60B6-DB74-37BEC7F4A49D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139267E-057B-72F2-9313-C8E17CB54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797CE750-BD87-0928-AFE1-5058DB5F6E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C9B3605-2ED5-F365-796E-98549DC74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2C9CFF39-4CE8-2E01-16E1-88EEDF6BD4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92E0ED9E-895E-F4E9-EBCF-E19943855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2A1215E-D662-2273-3CB4-8EF3DE8C82A9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D8CCC704-E5F0-35F5-53D7-5FD97A1C9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156B453-A8C9-1424-64A4-91626B92A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A7A49898-7EDB-8AE1-F4C0-C43BDBD85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1DA570C-4F14-1DF1-D090-A8740E4B1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34B4158-0DCC-5522-A01E-90702B0A0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F590DEB9-1E09-3F32-58C9-A6AD6DEAE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C0F7BED-2747-062F-02EB-A3DE24F73F1F}"/>
                </a:ext>
              </a:extLst>
            </p:cNvPr>
            <p:cNvCxnSpPr>
              <a:stCxn id="86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8682E065-14C8-D622-4453-DEF4BD51A06D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BC5884C5-1C78-4BF3-A355-7B65A8FC5F9E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0FEF991-FC58-7AD9-F462-C14480C2C4C2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845392E1-8B06-F90A-15CF-8E7FEF48A795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D619C67-B6F3-2614-A401-665A40A43C26}"/>
                </a:ext>
              </a:extLst>
            </p:cNvPr>
            <p:cNvCxnSpPr/>
            <p:nvPr/>
          </p:nvCxnSpPr>
          <p:spPr>
            <a:xfrm flipV="1">
              <a:off x="7105501" y="5109181"/>
              <a:ext cx="1153722" cy="2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7332BB6-D3D0-7370-CB49-F17F947FE0B7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73518492-F76A-0FB1-89ED-128F87C0A30B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531DA2D-C6B2-DD64-2B52-DA4CBFB6F8B8}"/>
                </a:ext>
              </a:extLst>
            </p:cNvPr>
            <p:cNvCxnSpPr>
              <a:stCxn id="86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78BD735D-F23F-6DDD-76DE-227633A1BC2F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A5939035-25A2-F9FA-D1B3-77F90BFFD0AC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B9802C91-CBE9-48D8-2BA4-FC6C1317E649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BB7A37B-C2F4-121E-E416-D4765DE132B5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EC4E790-DE3A-5B17-E1A0-2B1D35F5F110}"/>
                </a:ext>
              </a:extLst>
            </p:cNvPr>
            <p:cNvCxnSpPr/>
            <p:nvPr/>
          </p:nvCxnSpPr>
          <p:spPr>
            <a:xfrm flipH="1">
              <a:off x="2889025" y="5134581"/>
              <a:ext cx="9398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F2AE8F1-0458-B98B-75C7-C2ABB07E431D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E6DFAD9-D1AE-4067-8399-57673253AF15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DACEF04-EB73-1617-346F-B6AF58E972F0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D5A6022-567F-7772-4199-F0523877D499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74EFDFC-331E-361B-7910-A490A105E7F2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B4ABEC2-3876-1868-72D6-90E547FB0B46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ECCDEA-6659-A207-EBB4-372BC026D879}"/>
              </a:ext>
            </a:extLst>
          </p:cNvPr>
          <p:cNvCxnSpPr>
            <a:cxnSpLocks/>
          </p:cNvCxnSpPr>
          <p:nvPr/>
        </p:nvCxnSpPr>
        <p:spPr>
          <a:xfrm>
            <a:off x="4167573" y="2692742"/>
            <a:ext cx="0" cy="3031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C502671-2640-459C-885A-D98952D4AA1A}"/>
              </a:ext>
            </a:extLst>
          </p:cNvPr>
          <p:cNvSpPr txBox="1"/>
          <p:nvPr/>
        </p:nvSpPr>
        <p:spPr>
          <a:xfrm>
            <a:off x="4011953" y="463544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-7</a:t>
            </a:r>
            <a:r>
              <a:rPr lang="ko-KR" altLang="en-US" dirty="0">
                <a:solidFill>
                  <a:schemeClr val="bg1"/>
                </a:solidFill>
              </a:rPr>
              <a:t>도</a:t>
            </a:r>
          </a:p>
        </p:txBody>
      </p:sp>
    </p:spTree>
    <p:extLst>
      <p:ext uri="{BB962C8B-B14F-4D97-AF65-F5344CB8AC3E}">
        <p14:creationId xmlns:p14="http://schemas.microsoft.com/office/powerpoint/2010/main" val="2700701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5286B1C-9F33-0C03-2406-0DA9ECB8390D}"/>
              </a:ext>
            </a:extLst>
          </p:cNvPr>
          <p:cNvSpPr/>
          <p:nvPr/>
        </p:nvSpPr>
        <p:spPr>
          <a:xfrm>
            <a:off x="9493826" y="4745188"/>
            <a:ext cx="1257300" cy="654627"/>
          </a:xfrm>
          <a:custGeom>
            <a:avLst/>
            <a:gdLst>
              <a:gd name="connsiteX0" fmla="*/ 0 w 1257300"/>
              <a:gd name="connsiteY0" fmla="*/ 644236 h 654627"/>
              <a:gd name="connsiteX1" fmla="*/ 374073 w 1257300"/>
              <a:gd name="connsiteY1" fmla="*/ 10391 h 654627"/>
              <a:gd name="connsiteX2" fmla="*/ 831273 w 1257300"/>
              <a:gd name="connsiteY2" fmla="*/ 0 h 654627"/>
              <a:gd name="connsiteX3" fmla="*/ 1257300 w 1257300"/>
              <a:gd name="connsiteY3" fmla="*/ 654627 h 654627"/>
              <a:gd name="connsiteX4" fmla="*/ 0 w 1257300"/>
              <a:gd name="connsiteY4" fmla="*/ 644236 h 65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654627">
                <a:moveTo>
                  <a:pt x="0" y="644236"/>
                </a:moveTo>
                <a:lnTo>
                  <a:pt x="374073" y="10391"/>
                </a:lnTo>
                <a:lnTo>
                  <a:pt x="831273" y="0"/>
                </a:lnTo>
                <a:lnTo>
                  <a:pt x="1257300" y="654627"/>
                </a:lnTo>
                <a:lnTo>
                  <a:pt x="0" y="64423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0340F9A-A4B4-E654-D84F-D6718933CCC5}"/>
              </a:ext>
            </a:extLst>
          </p:cNvPr>
          <p:cNvGrpSpPr/>
          <p:nvPr/>
        </p:nvGrpSpPr>
        <p:grpSpPr>
          <a:xfrm>
            <a:off x="1371600" y="1092200"/>
            <a:ext cx="1905000" cy="1219200"/>
            <a:chOff x="1371600" y="1663700"/>
            <a:chExt cx="1905000" cy="121920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392A01-012C-86B6-B413-29B1700E1C2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A61FB062-27D5-203A-3089-7D54AC0817E0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32CCEC8-D878-3A98-DAAE-56C8020229F8}"/>
              </a:ext>
            </a:extLst>
          </p:cNvPr>
          <p:cNvGrpSpPr/>
          <p:nvPr/>
        </p:nvGrpSpPr>
        <p:grpSpPr>
          <a:xfrm>
            <a:off x="4838700" y="1092200"/>
            <a:ext cx="1905000" cy="1219200"/>
            <a:chOff x="1371600" y="1663700"/>
            <a:chExt cx="1905000" cy="1219200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C47C2E5-49B6-A888-7B03-60A99A55A6D0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5171DC7-DD1F-3CEA-9E3A-5E5459310A0F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6F5FBD-3B52-CC20-6D3E-8187B2813DC6}"/>
              </a:ext>
            </a:extLst>
          </p:cNvPr>
          <p:cNvSpPr txBox="1"/>
          <p:nvPr/>
        </p:nvSpPr>
        <p:spPr>
          <a:xfrm flipH="1">
            <a:off x="946150" y="787400"/>
            <a:ext cx="118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  <a:r>
              <a:rPr lang="en-US" altLang="ko-KR" dirty="0"/>
              <a:t> </a:t>
            </a:r>
            <a:r>
              <a:rPr lang="ko-KR" altLang="en-US" dirty="0"/>
              <a:t>규칙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7CECBF-35D4-921F-D567-35EB92788A2C}"/>
              </a:ext>
            </a:extLst>
          </p:cNvPr>
          <p:cNvCxnSpPr>
            <a:cxnSpLocks/>
          </p:cNvCxnSpPr>
          <p:nvPr/>
        </p:nvCxnSpPr>
        <p:spPr>
          <a:xfrm>
            <a:off x="1390647" y="1346200"/>
            <a:ext cx="1149353" cy="9652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0EBF35-0CB7-575E-83A5-65B513614344}"/>
              </a:ext>
            </a:extLst>
          </p:cNvPr>
          <p:cNvCxnSpPr>
            <a:cxnSpLocks/>
          </p:cNvCxnSpPr>
          <p:nvPr/>
        </p:nvCxnSpPr>
        <p:spPr>
          <a:xfrm>
            <a:off x="4813300" y="1358900"/>
            <a:ext cx="1142999" cy="9419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950640-B270-236E-5ADA-3E3BDE0F4D47}"/>
              </a:ext>
            </a:extLst>
          </p:cNvPr>
          <p:cNvGrpSpPr/>
          <p:nvPr/>
        </p:nvGrpSpPr>
        <p:grpSpPr>
          <a:xfrm>
            <a:off x="1384300" y="2794001"/>
            <a:ext cx="1905000" cy="1219200"/>
            <a:chOff x="1371600" y="1663700"/>
            <a:chExt cx="1905000" cy="121920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9D0A662-6020-5652-517C-514F6688C3FF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BC8A5DF-E06D-D200-2A71-2F854C9FA21D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B2570D-1E68-3686-568F-74E990B2BA7F}"/>
              </a:ext>
            </a:extLst>
          </p:cNvPr>
          <p:cNvGrpSpPr/>
          <p:nvPr/>
        </p:nvGrpSpPr>
        <p:grpSpPr>
          <a:xfrm>
            <a:off x="4851400" y="2794001"/>
            <a:ext cx="1905000" cy="1219200"/>
            <a:chOff x="1371600" y="1663700"/>
            <a:chExt cx="1905000" cy="121920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3CA87F8-26A9-7986-6529-63B0E8648FE7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C0BD469-D278-8B76-7215-700DB1E1D446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FD50D22-9690-E110-3D99-A83F27577E99}"/>
              </a:ext>
            </a:extLst>
          </p:cNvPr>
          <p:cNvSpPr txBox="1"/>
          <p:nvPr/>
        </p:nvSpPr>
        <p:spPr>
          <a:xfrm flipH="1">
            <a:off x="865925" y="2443202"/>
            <a:ext cx="118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 규칙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8F5A939-9462-1A31-A23E-5FC80A9B2BCD}"/>
              </a:ext>
            </a:extLst>
          </p:cNvPr>
          <p:cNvCxnSpPr>
            <a:cxnSpLocks/>
          </p:cNvCxnSpPr>
          <p:nvPr/>
        </p:nvCxnSpPr>
        <p:spPr>
          <a:xfrm flipV="1">
            <a:off x="1422136" y="2930820"/>
            <a:ext cx="1117864" cy="10823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CB3FB06-2110-0B03-330C-BC1F92E40862}"/>
              </a:ext>
            </a:extLst>
          </p:cNvPr>
          <p:cNvCxnSpPr/>
          <p:nvPr/>
        </p:nvCxnSpPr>
        <p:spPr>
          <a:xfrm flipV="1">
            <a:off x="4826000" y="2902467"/>
            <a:ext cx="1257300" cy="11107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539278F-55E6-7D15-BB34-73D554929A55}"/>
              </a:ext>
            </a:extLst>
          </p:cNvPr>
          <p:cNvCxnSpPr>
            <a:cxnSpLocks/>
          </p:cNvCxnSpPr>
          <p:nvPr/>
        </p:nvCxnSpPr>
        <p:spPr>
          <a:xfrm flipH="1">
            <a:off x="2534701" y="2707976"/>
            <a:ext cx="1865" cy="12925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20AB5B-4357-371D-8BC0-49FB607BEAD7}"/>
              </a:ext>
            </a:extLst>
          </p:cNvPr>
          <p:cNvSpPr txBox="1"/>
          <p:nvPr/>
        </p:nvSpPr>
        <p:spPr>
          <a:xfrm>
            <a:off x="1537897" y="396602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4DFE2-3C7A-09B0-1AE1-4A661F0E8DBA}"/>
              </a:ext>
            </a:extLst>
          </p:cNvPr>
          <p:cNvSpPr txBox="1"/>
          <p:nvPr/>
        </p:nvSpPr>
        <p:spPr>
          <a:xfrm>
            <a:off x="5385653" y="400979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-7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2FD0BEC-DD5A-F78D-2313-25E42D21D4C6}"/>
              </a:ext>
            </a:extLst>
          </p:cNvPr>
          <p:cNvCxnSpPr>
            <a:cxnSpLocks/>
          </p:cNvCxnSpPr>
          <p:nvPr/>
        </p:nvCxnSpPr>
        <p:spPr>
          <a:xfrm flipH="1" flipV="1">
            <a:off x="5601115" y="1726684"/>
            <a:ext cx="21348" cy="2273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8AC455F-46FD-DF6D-190A-94AA414113B6}"/>
              </a:ext>
            </a:extLst>
          </p:cNvPr>
          <p:cNvCxnSpPr>
            <a:cxnSpLocks/>
          </p:cNvCxnSpPr>
          <p:nvPr/>
        </p:nvCxnSpPr>
        <p:spPr>
          <a:xfrm>
            <a:off x="4384964" y="2005446"/>
            <a:ext cx="5940136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/>
              <p:nvPr/>
            </p:nvSpPr>
            <p:spPr>
              <a:xfrm flipH="1">
                <a:off x="1991534" y="129960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614563-690F-2563-79B7-DC0302BEB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91534" y="1299604"/>
                <a:ext cx="593185" cy="376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/>
              <p:nvPr/>
            </p:nvSpPr>
            <p:spPr>
              <a:xfrm flipH="1">
                <a:off x="5068110" y="1295873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51DE14-174A-12D7-E51D-DC2893325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68110" y="1295873"/>
                <a:ext cx="593185" cy="3765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/>
              <p:nvPr/>
            </p:nvSpPr>
            <p:spPr>
              <a:xfrm flipH="1">
                <a:off x="2399108" y="2892424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12B1F6-B6E2-D19C-E072-354D0DF2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99108" y="2892424"/>
                <a:ext cx="593185" cy="376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/>
              <p:nvPr/>
            </p:nvSpPr>
            <p:spPr>
              <a:xfrm flipH="1">
                <a:off x="5968963" y="2886618"/>
                <a:ext cx="593185" cy="376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870A21-A14D-1348-251C-B629051F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68963" y="2886618"/>
                <a:ext cx="593185" cy="376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79C96E7-EB38-6A0B-E83F-C4C733744637}"/>
              </a:ext>
            </a:extLst>
          </p:cNvPr>
          <p:cNvCxnSpPr>
            <a:cxnSpLocks/>
          </p:cNvCxnSpPr>
          <p:nvPr/>
        </p:nvCxnSpPr>
        <p:spPr>
          <a:xfrm flipV="1">
            <a:off x="1592859" y="2946875"/>
            <a:ext cx="8663377" cy="2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04D9680-9288-51D2-E939-4748D5358E86}"/>
              </a:ext>
            </a:extLst>
          </p:cNvPr>
          <p:cNvCxnSpPr>
            <a:cxnSpLocks/>
          </p:cNvCxnSpPr>
          <p:nvPr/>
        </p:nvCxnSpPr>
        <p:spPr>
          <a:xfrm>
            <a:off x="4091401" y="3259450"/>
            <a:ext cx="6246399" cy="2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/>
              <p:nvPr/>
            </p:nvSpPr>
            <p:spPr>
              <a:xfrm>
                <a:off x="3659088" y="1745575"/>
                <a:ext cx="513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031897C-8B84-59EA-D38A-FBCDBEE96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088" y="1745575"/>
                <a:ext cx="513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/>
              <p:nvPr/>
            </p:nvSpPr>
            <p:spPr>
              <a:xfrm>
                <a:off x="3573054" y="3601529"/>
                <a:ext cx="518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AFD3A3-AF93-6005-A56E-FA69540AA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054" y="3601529"/>
                <a:ext cx="5183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C82C1932-329B-D00B-D866-6775C23DE3E4}"/>
              </a:ext>
            </a:extLst>
          </p:cNvPr>
          <p:cNvGrpSpPr/>
          <p:nvPr/>
        </p:nvGrpSpPr>
        <p:grpSpPr>
          <a:xfrm>
            <a:off x="8255000" y="1079500"/>
            <a:ext cx="1905000" cy="1219200"/>
            <a:chOff x="1371600" y="1663700"/>
            <a:chExt cx="1905000" cy="121920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9E7C4AE-148F-570E-9B5D-19F3BA3194EB}"/>
                </a:ext>
              </a:extLst>
            </p:cNvPr>
            <p:cNvCxnSpPr/>
            <p:nvPr/>
          </p:nvCxnSpPr>
          <p:spPr>
            <a:xfrm>
              <a:off x="1384300" y="1663700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AAB634D1-3DBA-D55B-2208-6F55F9744022}"/>
                </a:ext>
              </a:extLst>
            </p:cNvPr>
            <p:cNvCxnSpPr/>
            <p:nvPr/>
          </p:nvCxnSpPr>
          <p:spPr>
            <a:xfrm>
              <a:off x="1371600" y="2870200"/>
              <a:ext cx="1905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93F19E7-BFF4-357C-A1F5-B3AE55BB2B41}"/>
              </a:ext>
            </a:extLst>
          </p:cNvPr>
          <p:cNvCxnSpPr/>
          <p:nvPr/>
        </p:nvCxnSpPr>
        <p:spPr>
          <a:xfrm>
            <a:off x="8280400" y="2755899"/>
            <a:ext cx="0" cy="1219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3B14616D-7AC6-2C25-2FE7-6B89E590C0D9}"/>
              </a:ext>
            </a:extLst>
          </p:cNvPr>
          <p:cNvCxnSpPr>
            <a:cxnSpLocks/>
          </p:cNvCxnSpPr>
          <p:nvPr/>
        </p:nvCxnSpPr>
        <p:spPr>
          <a:xfrm>
            <a:off x="8267700" y="3962399"/>
            <a:ext cx="27882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0E38724-F665-8D57-5EBC-78B6B7DF4145}"/>
              </a:ext>
            </a:extLst>
          </p:cNvPr>
          <p:cNvGrpSpPr/>
          <p:nvPr/>
        </p:nvGrpSpPr>
        <p:grpSpPr>
          <a:xfrm>
            <a:off x="8267700" y="4200456"/>
            <a:ext cx="2959100" cy="1219200"/>
            <a:chOff x="8267700" y="4771956"/>
            <a:chExt cx="2959100" cy="1219200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53A5B90-60B7-96DC-5019-972EB6431349}"/>
                </a:ext>
              </a:extLst>
            </p:cNvPr>
            <p:cNvCxnSpPr>
              <a:cxnSpLocks/>
            </p:cNvCxnSpPr>
            <p:nvPr/>
          </p:nvCxnSpPr>
          <p:spPr>
            <a:xfrm>
              <a:off x="8280400" y="4771956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E2BB9D9-BD10-A712-DD80-EF576D1EFE03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5978456"/>
              <a:ext cx="29591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BC734F2-57EF-5C45-012A-5F15616C825B}"/>
              </a:ext>
            </a:extLst>
          </p:cNvPr>
          <p:cNvCxnSpPr>
            <a:cxnSpLocks/>
          </p:cNvCxnSpPr>
          <p:nvPr/>
        </p:nvCxnSpPr>
        <p:spPr>
          <a:xfrm>
            <a:off x="9206924" y="1360895"/>
            <a:ext cx="831850" cy="92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F7BB954-952E-F521-B9D2-226B442B198A}"/>
              </a:ext>
            </a:extLst>
          </p:cNvPr>
          <p:cNvSpPr txBox="1"/>
          <p:nvPr/>
        </p:nvSpPr>
        <p:spPr>
          <a:xfrm flipH="1">
            <a:off x="5924548" y="1220311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276EFE-FFFA-CD29-BB1A-8F1FD0EFE9A8}"/>
              </a:ext>
            </a:extLst>
          </p:cNvPr>
          <p:cNvSpPr txBox="1"/>
          <p:nvPr/>
        </p:nvSpPr>
        <p:spPr>
          <a:xfrm flipH="1">
            <a:off x="6736274" y="2889250"/>
            <a:ext cx="114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/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NS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FBA327A-3553-DC96-8615-4D1EC6B48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8047" y="864028"/>
                <a:ext cx="1190783" cy="369332"/>
              </a:xfrm>
              <a:prstGeom prst="rect">
                <a:avLst/>
              </a:prstGeom>
              <a:blipFill>
                <a:blip r:embed="rId9"/>
                <a:stretch>
                  <a:fillRect l="-4082" t="-11667" r="-102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/>
              <p:nvPr/>
            </p:nvSpPr>
            <p:spPr>
              <a:xfrm flipH="1">
                <a:off x="5378449" y="851016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EE60CA-6D15-B97D-F377-0A064DEC7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78449" y="851016"/>
                <a:ext cx="1365250" cy="369332"/>
              </a:xfrm>
              <a:prstGeom prst="rect">
                <a:avLst/>
              </a:prstGeom>
              <a:blipFill>
                <a:blip r:embed="rId10"/>
                <a:stretch>
                  <a:fillRect l="-3571" t="-11667" r="-3125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/>
              <p:nvPr/>
            </p:nvSpPr>
            <p:spPr>
              <a:xfrm flipH="1">
                <a:off x="8806659" y="851016"/>
                <a:ext cx="10445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5BC744-5EE3-2241-A86F-68EAC708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06659" y="851016"/>
                <a:ext cx="1044577" cy="369332"/>
              </a:xfrm>
              <a:prstGeom prst="rect">
                <a:avLst/>
              </a:prstGeom>
              <a:blipFill>
                <a:blip r:embed="rId11"/>
                <a:stretch>
                  <a:fillRect l="-5263"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3C0F6FA6-8042-6C8A-9BE9-F0622C650383}"/>
              </a:ext>
            </a:extLst>
          </p:cNvPr>
          <p:cNvSpPr txBox="1"/>
          <p:nvPr/>
        </p:nvSpPr>
        <p:spPr>
          <a:xfrm flipH="1">
            <a:off x="10503878" y="2662347"/>
            <a:ext cx="7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Max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/>
              <p:nvPr/>
            </p:nvSpPr>
            <p:spPr>
              <a:xfrm>
                <a:off x="2195028" y="4920218"/>
                <a:ext cx="463934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NS,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NM, then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NB : 0.3*15 = 4.5</a:t>
                </a:r>
              </a:p>
              <a:p>
                <a:r>
                  <a:rPr lang="en-US" altLang="ko-KR" dirty="0"/>
                  <a:t>If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is NM,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NS, then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NM : 0.6*10 = 6.0</a:t>
                </a:r>
              </a:p>
              <a:p>
                <a:r>
                  <a:rPr lang="en-US" altLang="ko-KR" dirty="0"/>
                  <a:t>Max(4.5,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6.0)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6.0,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ukm1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+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6.0</a:t>
                </a:r>
              </a:p>
              <a:p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따라서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Port 13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도로 제어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8036164-FB89-1B54-4575-8037D33B1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028" y="4920218"/>
                <a:ext cx="4639347" cy="1477328"/>
              </a:xfrm>
              <a:prstGeom prst="rect">
                <a:avLst/>
              </a:prstGeom>
              <a:blipFill>
                <a:blip r:embed="rId12"/>
                <a:stretch>
                  <a:fillRect l="-1051" t="-2066" r="-263" b="-61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6CF5744E-CDC9-3CE5-9D3B-42505F3F0EA3}"/>
              </a:ext>
            </a:extLst>
          </p:cNvPr>
          <p:cNvSpPr txBox="1"/>
          <p:nvPr/>
        </p:nvSpPr>
        <p:spPr>
          <a:xfrm>
            <a:off x="10239957" y="429029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Defuzzification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D75F4D-ECB5-ACB3-EAF5-CE20DAE31490}"/>
              </a:ext>
            </a:extLst>
          </p:cNvPr>
          <p:cNvSpPr txBox="1"/>
          <p:nvPr/>
        </p:nvSpPr>
        <p:spPr>
          <a:xfrm>
            <a:off x="1099187" y="216775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1078CE-95C0-C3ED-8806-CD1818399227}"/>
              </a:ext>
            </a:extLst>
          </p:cNvPr>
          <p:cNvSpPr txBox="1"/>
          <p:nvPr/>
        </p:nvSpPr>
        <p:spPr>
          <a:xfrm>
            <a:off x="2403605" y="225152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7D5122-2B4D-9810-0E3C-AA5A0A57BE99}"/>
              </a:ext>
            </a:extLst>
          </p:cNvPr>
          <p:cNvSpPr txBox="1"/>
          <p:nvPr/>
        </p:nvSpPr>
        <p:spPr>
          <a:xfrm>
            <a:off x="4695748" y="221742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BB08EE-B64E-8DFA-7250-02A9E76D1BD6}"/>
              </a:ext>
            </a:extLst>
          </p:cNvPr>
          <p:cNvSpPr txBox="1"/>
          <p:nvPr/>
        </p:nvSpPr>
        <p:spPr>
          <a:xfrm>
            <a:off x="5845230" y="2208845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7C938FC-85EB-239B-05DD-FB5B3BBDD037}"/>
              </a:ext>
            </a:extLst>
          </p:cNvPr>
          <p:cNvCxnSpPr/>
          <p:nvPr/>
        </p:nvCxnSpPr>
        <p:spPr>
          <a:xfrm>
            <a:off x="971552" y="1346200"/>
            <a:ext cx="90709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/>
              <p:nvPr/>
            </p:nvSpPr>
            <p:spPr>
              <a:xfrm flipH="1">
                <a:off x="2567739" y="2523310"/>
                <a:ext cx="14183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NM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4E4F65-E069-0C78-1207-B63B6D068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67739" y="2523310"/>
                <a:ext cx="1418367" cy="369332"/>
              </a:xfrm>
              <a:prstGeom prst="rect">
                <a:avLst/>
              </a:prstGeom>
              <a:blipFill>
                <a:blip r:embed="rId13"/>
                <a:stretch>
                  <a:fillRect l="-3433" t="-11475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/>
              <p:nvPr/>
            </p:nvSpPr>
            <p:spPr>
              <a:xfrm flipH="1">
                <a:off x="5615597" y="2571750"/>
                <a:ext cx="1365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10D36D8-FD97-6AFC-2C44-EBAD4F7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15597" y="2571750"/>
                <a:ext cx="1365250" cy="369332"/>
              </a:xfrm>
              <a:prstGeom prst="rect">
                <a:avLst/>
              </a:prstGeom>
              <a:blipFill>
                <a:blip r:embed="rId14"/>
                <a:stretch>
                  <a:fillRect l="-3571" t="-11667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9FD8E8F-141F-B240-48AC-702594709B25}"/>
              </a:ext>
            </a:extLst>
          </p:cNvPr>
          <p:cNvSpPr txBox="1"/>
          <p:nvPr/>
        </p:nvSpPr>
        <p:spPr>
          <a:xfrm>
            <a:off x="980847" y="394682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9092D2-D3A5-8F88-83B5-6B263293B2B4}"/>
              </a:ext>
            </a:extLst>
          </p:cNvPr>
          <p:cNvSpPr txBox="1"/>
          <p:nvPr/>
        </p:nvSpPr>
        <p:spPr>
          <a:xfrm>
            <a:off x="2220614" y="398223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C780A5-5321-15BF-2BC2-181C9BA6B918}"/>
              </a:ext>
            </a:extLst>
          </p:cNvPr>
          <p:cNvSpPr txBox="1"/>
          <p:nvPr/>
        </p:nvSpPr>
        <p:spPr>
          <a:xfrm>
            <a:off x="4611587" y="397227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A57007-A7AE-E459-2D28-A7D65C601E46}"/>
              </a:ext>
            </a:extLst>
          </p:cNvPr>
          <p:cNvSpPr txBox="1"/>
          <p:nvPr/>
        </p:nvSpPr>
        <p:spPr>
          <a:xfrm>
            <a:off x="5761713" y="400257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0B25112-16E2-0F0D-D8D4-F9FB9A83FC06}"/>
              </a:ext>
            </a:extLst>
          </p:cNvPr>
          <p:cNvCxnSpPr/>
          <p:nvPr/>
        </p:nvCxnSpPr>
        <p:spPr>
          <a:xfrm flipH="1">
            <a:off x="8238549" y="1358900"/>
            <a:ext cx="968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2E46E6-3D32-9246-8EEB-D53A81EA6634}"/>
              </a:ext>
            </a:extLst>
          </p:cNvPr>
          <p:cNvSpPr txBox="1"/>
          <p:nvPr/>
        </p:nvSpPr>
        <p:spPr>
          <a:xfrm>
            <a:off x="9753310" y="2256698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CD08CD-F99C-384E-9952-934E42ABA23F}"/>
              </a:ext>
            </a:extLst>
          </p:cNvPr>
          <p:cNvSpPr txBox="1"/>
          <p:nvPr/>
        </p:nvSpPr>
        <p:spPr>
          <a:xfrm>
            <a:off x="8997903" y="2249091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58B4F20-40FB-A676-2FFF-3B6BC21F2EDC}"/>
              </a:ext>
            </a:extLst>
          </p:cNvPr>
          <p:cNvCxnSpPr>
            <a:cxnSpLocks/>
          </p:cNvCxnSpPr>
          <p:nvPr/>
        </p:nvCxnSpPr>
        <p:spPr>
          <a:xfrm>
            <a:off x="10058400" y="2962435"/>
            <a:ext cx="669882" cy="996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13630C1-619E-96AB-1146-C40C832EFB7F}"/>
              </a:ext>
            </a:extLst>
          </p:cNvPr>
          <p:cNvSpPr txBox="1"/>
          <p:nvPr/>
        </p:nvSpPr>
        <p:spPr>
          <a:xfrm>
            <a:off x="9801236" y="391435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C790D7-D145-96D5-CC7D-EABE5DE7B625}"/>
              </a:ext>
            </a:extLst>
          </p:cNvPr>
          <p:cNvSpPr txBox="1"/>
          <p:nvPr/>
        </p:nvSpPr>
        <p:spPr>
          <a:xfrm>
            <a:off x="9066611" y="391713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8F1A16C-ED7F-BBA3-E466-80CC2C47D537}"/>
              </a:ext>
            </a:extLst>
          </p:cNvPr>
          <p:cNvSpPr txBox="1"/>
          <p:nvPr/>
        </p:nvSpPr>
        <p:spPr>
          <a:xfrm>
            <a:off x="8055130" y="393385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-25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B97AA1-76E8-12B4-983B-A2DE33511152}"/>
              </a:ext>
            </a:extLst>
          </p:cNvPr>
          <p:cNvSpPr txBox="1"/>
          <p:nvPr/>
        </p:nvSpPr>
        <p:spPr>
          <a:xfrm>
            <a:off x="8051520" y="226686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-25</a:t>
            </a:r>
            <a:endParaRPr lang="ko-KR" altLang="en-US" dirty="0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6FD6A431-D2E7-1276-E56F-AC1B5F421B61}"/>
              </a:ext>
            </a:extLst>
          </p:cNvPr>
          <p:cNvCxnSpPr>
            <a:cxnSpLocks/>
          </p:cNvCxnSpPr>
          <p:nvPr/>
        </p:nvCxnSpPr>
        <p:spPr>
          <a:xfrm>
            <a:off x="9244444" y="4503174"/>
            <a:ext cx="831850" cy="92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CF7767A-0B48-E6DC-7D99-031C8CEF65A9}"/>
              </a:ext>
            </a:extLst>
          </p:cNvPr>
          <p:cNvCxnSpPr/>
          <p:nvPr/>
        </p:nvCxnSpPr>
        <p:spPr>
          <a:xfrm flipH="1">
            <a:off x="8276069" y="4501179"/>
            <a:ext cx="968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B9F8DF90-66DC-A95A-0CA5-EF892CEEC845}"/>
              </a:ext>
            </a:extLst>
          </p:cNvPr>
          <p:cNvSpPr/>
          <p:nvPr/>
        </p:nvSpPr>
        <p:spPr>
          <a:xfrm>
            <a:off x="8289058" y="5052212"/>
            <a:ext cx="1787236" cy="374073"/>
          </a:xfrm>
          <a:custGeom>
            <a:avLst/>
            <a:gdLst>
              <a:gd name="connsiteX0" fmla="*/ 0 w 1787236"/>
              <a:gd name="connsiteY0" fmla="*/ 0 h 374073"/>
              <a:gd name="connsiteX1" fmla="*/ 1454727 w 1787236"/>
              <a:gd name="connsiteY1" fmla="*/ 10391 h 374073"/>
              <a:gd name="connsiteX2" fmla="*/ 1787236 w 1787236"/>
              <a:gd name="connsiteY2" fmla="*/ 363682 h 374073"/>
              <a:gd name="connsiteX3" fmla="*/ 0 w 1787236"/>
              <a:gd name="connsiteY3" fmla="*/ 374073 h 374073"/>
              <a:gd name="connsiteX4" fmla="*/ 0 w 1787236"/>
              <a:gd name="connsiteY4" fmla="*/ 0 h 37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236" h="374073">
                <a:moveTo>
                  <a:pt x="0" y="0"/>
                </a:moveTo>
                <a:lnTo>
                  <a:pt x="1454727" y="10391"/>
                </a:lnTo>
                <a:lnTo>
                  <a:pt x="1787236" y="363682"/>
                </a:lnTo>
                <a:lnTo>
                  <a:pt x="0" y="37407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E30E912-3C2F-ACAE-DC99-19E61B43F793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9660369" y="4592055"/>
            <a:ext cx="26056" cy="1099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7352CD3-FEE0-01B2-3C52-B571FC5B1C0C}"/>
              </a:ext>
            </a:extLst>
          </p:cNvPr>
          <p:cNvSpPr txBox="1"/>
          <p:nvPr/>
        </p:nvSpPr>
        <p:spPr>
          <a:xfrm>
            <a:off x="8612622" y="3917139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-20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75323FE-3BB1-22A2-022A-8C0AD882DD52}"/>
              </a:ext>
            </a:extLst>
          </p:cNvPr>
          <p:cNvCxnSpPr/>
          <p:nvPr/>
        </p:nvCxnSpPr>
        <p:spPr>
          <a:xfrm flipV="1">
            <a:off x="1371600" y="1233360"/>
            <a:ext cx="12700" cy="10335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B8FC2A-E910-BA1A-57C8-638B58125C28}"/>
                  </a:ext>
                </a:extLst>
              </p:cNvPr>
              <p:cNvSpPr txBox="1"/>
              <p:nvPr/>
            </p:nvSpPr>
            <p:spPr>
              <a:xfrm flipH="1">
                <a:off x="8813749" y="2593103"/>
                <a:ext cx="1184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출력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NB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B8FC2A-E910-BA1A-57C8-638B58125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13749" y="2593103"/>
                <a:ext cx="1184899" cy="369332"/>
              </a:xfrm>
              <a:prstGeom prst="rect">
                <a:avLst/>
              </a:prstGeom>
              <a:blipFill>
                <a:blip r:embed="rId15"/>
                <a:stretch>
                  <a:fillRect l="-4639"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67F11B3-182D-EA14-603C-F1580605B22D}"/>
              </a:ext>
            </a:extLst>
          </p:cNvPr>
          <p:cNvCxnSpPr>
            <a:cxnSpLocks/>
          </p:cNvCxnSpPr>
          <p:nvPr/>
        </p:nvCxnSpPr>
        <p:spPr>
          <a:xfrm flipH="1">
            <a:off x="9485790" y="2963458"/>
            <a:ext cx="551099" cy="9752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A3E759B-E8B9-CBB4-AEBC-225A041AD92E}"/>
              </a:ext>
            </a:extLst>
          </p:cNvPr>
          <p:cNvSpPr txBox="1"/>
          <p:nvPr/>
        </p:nvSpPr>
        <p:spPr>
          <a:xfrm>
            <a:off x="10493967" y="3910890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25EB4696-844F-5C93-BBA5-98FCA5533A2C}"/>
              </a:ext>
            </a:extLst>
          </p:cNvPr>
          <p:cNvSpPr/>
          <p:nvPr/>
        </p:nvSpPr>
        <p:spPr>
          <a:xfrm>
            <a:off x="8271164" y="2026227"/>
            <a:ext cx="1766454" cy="249382"/>
          </a:xfrm>
          <a:custGeom>
            <a:avLst/>
            <a:gdLst>
              <a:gd name="connsiteX0" fmla="*/ 0 w 1766454"/>
              <a:gd name="connsiteY0" fmla="*/ 249382 h 249382"/>
              <a:gd name="connsiteX1" fmla="*/ 0 w 1766454"/>
              <a:gd name="connsiteY1" fmla="*/ 0 h 249382"/>
              <a:gd name="connsiteX2" fmla="*/ 1537854 w 1766454"/>
              <a:gd name="connsiteY2" fmla="*/ 10391 h 249382"/>
              <a:gd name="connsiteX3" fmla="*/ 1766454 w 1766454"/>
              <a:gd name="connsiteY3" fmla="*/ 249382 h 249382"/>
              <a:gd name="connsiteX4" fmla="*/ 0 w 1766454"/>
              <a:gd name="connsiteY4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6454" h="249382">
                <a:moveTo>
                  <a:pt x="0" y="249382"/>
                </a:moveTo>
                <a:lnTo>
                  <a:pt x="0" y="0"/>
                </a:lnTo>
                <a:lnTo>
                  <a:pt x="1537854" y="10391"/>
                </a:lnTo>
                <a:lnTo>
                  <a:pt x="1766454" y="249382"/>
                </a:lnTo>
                <a:lnTo>
                  <a:pt x="0" y="249382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자유형: 도형 88">
            <a:extLst>
              <a:ext uri="{FF2B5EF4-FFF2-40B4-BE49-F238E27FC236}">
                <a16:creationId xmlns:a16="http://schemas.microsoft.com/office/drawing/2014/main" id="{9D511E05-0409-FD32-189D-15F20C9450F5}"/>
              </a:ext>
            </a:extLst>
          </p:cNvPr>
          <p:cNvSpPr/>
          <p:nvPr/>
        </p:nvSpPr>
        <p:spPr>
          <a:xfrm>
            <a:off x="9486900" y="3304309"/>
            <a:ext cx="1257300" cy="654627"/>
          </a:xfrm>
          <a:custGeom>
            <a:avLst/>
            <a:gdLst>
              <a:gd name="connsiteX0" fmla="*/ 0 w 1257300"/>
              <a:gd name="connsiteY0" fmla="*/ 644236 h 654627"/>
              <a:gd name="connsiteX1" fmla="*/ 374073 w 1257300"/>
              <a:gd name="connsiteY1" fmla="*/ 10391 h 654627"/>
              <a:gd name="connsiteX2" fmla="*/ 831273 w 1257300"/>
              <a:gd name="connsiteY2" fmla="*/ 0 h 654627"/>
              <a:gd name="connsiteX3" fmla="*/ 1257300 w 1257300"/>
              <a:gd name="connsiteY3" fmla="*/ 654627 h 654627"/>
              <a:gd name="connsiteX4" fmla="*/ 0 w 1257300"/>
              <a:gd name="connsiteY4" fmla="*/ 644236 h 65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654627">
                <a:moveTo>
                  <a:pt x="0" y="644236"/>
                </a:moveTo>
                <a:lnTo>
                  <a:pt x="374073" y="10391"/>
                </a:lnTo>
                <a:lnTo>
                  <a:pt x="831273" y="0"/>
                </a:lnTo>
                <a:lnTo>
                  <a:pt x="1257300" y="654627"/>
                </a:lnTo>
                <a:lnTo>
                  <a:pt x="0" y="64423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7AB5789-7CAF-6F06-4505-A6B4D3E15019}"/>
              </a:ext>
            </a:extLst>
          </p:cNvPr>
          <p:cNvCxnSpPr>
            <a:cxnSpLocks/>
          </p:cNvCxnSpPr>
          <p:nvPr/>
        </p:nvCxnSpPr>
        <p:spPr>
          <a:xfrm>
            <a:off x="10065326" y="4403314"/>
            <a:ext cx="669882" cy="996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6838E2B-37A9-4089-7260-09115BD2294B}"/>
              </a:ext>
            </a:extLst>
          </p:cNvPr>
          <p:cNvCxnSpPr>
            <a:cxnSpLocks/>
          </p:cNvCxnSpPr>
          <p:nvPr/>
        </p:nvCxnSpPr>
        <p:spPr>
          <a:xfrm flipH="1">
            <a:off x="9492716" y="4404337"/>
            <a:ext cx="551099" cy="9752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6AE6107-FEC7-3814-62C5-DF9ED2E6BB53}"/>
              </a:ext>
            </a:extLst>
          </p:cNvPr>
          <p:cNvSpPr txBox="1"/>
          <p:nvPr/>
        </p:nvSpPr>
        <p:spPr>
          <a:xfrm>
            <a:off x="9864271" y="539566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-10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A43DA96-F602-3061-F7DC-A2347F4FD5AF}"/>
              </a:ext>
            </a:extLst>
          </p:cNvPr>
          <p:cNvSpPr txBox="1"/>
          <p:nvPr/>
        </p:nvSpPr>
        <p:spPr>
          <a:xfrm>
            <a:off x="9129646" y="539844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</a:t>
            </a:r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D6AF8EC-C3B3-AE8C-A687-781DA8562A27}"/>
              </a:ext>
            </a:extLst>
          </p:cNvPr>
          <p:cNvSpPr txBox="1"/>
          <p:nvPr/>
        </p:nvSpPr>
        <p:spPr>
          <a:xfrm>
            <a:off x="8118165" y="541516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-25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4640079-8AE7-2505-9D23-5DBB11D1AD05}"/>
              </a:ext>
            </a:extLst>
          </p:cNvPr>
          <p:cNvSpPr txBox="1"/>
          <p:nvPr/>
        </p:nvSpPr>
        <p:spPr>
          <a:xfrm>
            <a:off x="8675657" y="5398447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-20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6869BD8-CEC0-758E-57FC-1668F17D055A}"/>
              </a:ext>
            </a:extLst>
          </p:cNvPr>
          <p:cNvSpPr txBox="1"/>
          <p:nvPr/>
        </p:nvSpPr>
        <p:spPr>
          <a:xfrm>
            <a:off x="10557002" y="539219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-5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789EB1D-5A7E-92DD-5259-7AC0D1E8D4EC}"/>
              </a:ext>
            </a:extLst>
          </p:cNvPr>
          <p:cNvSpPr txBox="1"/>
          <p:nvPr/>
        </p:nvSpPr>
        <p:spPr>
          <a:xfrm>
            <a:off x="5557853" y="1735291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0.3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6AC313F-C34B-535A-FAC7-B6699EF8B914}"/>
              </a:ext>
            </a:extLst>
          </p:cNvPr>
          <p:cNvSpPr txBox="1"/>
          <p:nvPr/>
        </p:nvSpPr>
        <p:spPr>
          <a:xfrm>
            <a:off x="5205233" y="298988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0.6</a:t>
            </a:r>
            <a:endParaRPr lang="ko-KR" alt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6717C4-3786-3ABF-6E3B-24F16C16D439}"/>
              </a:ext>
            </a:extLst>
          </p:cNvPr>
          <p:cNvSpPr txBox="1"/>
          <p:nvPr/>
        </p:nvSpPr>
        <p:spPr>
          <a:xfrm>
            <a:off x="9428982" y="569171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0532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1D16E0-7134-69F7-BF0B-306BDD87FD30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FFFF00"/>
                </a:solidFill>
              </a:rPr>
              <a:t>3. </a:t>
            </a:r>
            <a:r>
              <a:rPr lang="ko-KR" altLang="en-US" dirty="0">
                <a:solidFill>
                  <a:srgbClr val="FFFF00"/>
                </a:solidFill>
              </a:rPr>
              <a:t>제어</a:t>
            </a:r>
            <a:r>
              <a:rPr lang="en-US" altLang="ko-KR" dirty="0">
                <a:solidFill>
                  <a:srgbClr val="FFFF00"/>
                </a:solidFill>
              </a:rPr>
              <a:t> </a:t>
            </a:r>
            <a:r>
              <a:rPr lang="ko-KR" altLang="en-US" dirty="0">
                <a:solidFill>
                  <a:srgbClr val="FFFF00"/>
                </a:solidFill>
              </a:rPr>
              <a:t>알고리즘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AB919-BE8E-7673-508D-F8C00B551E21}"/>
              </a:ext>
            </a:extLst>
          </p:cNvPr>
          <p:cNvSpPr txBox="1"/>
          <p:nvPr/>
        </p:nvSpPr>
        <p:spPr>
          <a:xfrm>
            <a:off x="1892300" y="2438400"/>
            <a:ext cx="2823209" cy="2540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3.1 Fuzzy Control Algorithm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3.2 </a:t>
            </a:r>
            <a:r>
              <a:rPr lang="ko-KR" altLang="en-US" dirty="0"/>
              <a:t>퍼지 구간 퍼지 계산식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3.3 </a:t>
            </a:r>
            <a:r>
              <a:rPr lang="ko-KR" altLang="en-US" dirty="0"/>
              <a:t>퍼지추론의 종류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3.4 flow</a:t>
            </a:r>
            <a:r>
              <a:rPr lang="ko-KR" altLang="en-US" dirty="0"/>
              <a:t> </a:t>
            </a:r>
            <a:r>
              <a:rPr lang="en-US" altLang="ko-KR" dirty="0"/>
              <a:t>chart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3.5 Examples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3.6 </a:t>
            </a:r>
            <a:r>
              <a:rPr lang="ko-KR" altLang="en-US" dirty="0"/>
              <a:t>전체 알고리즘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10766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343A8-5BC0-FC18-7E0C-EFE1ADE4B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04218"/>
            <a:ext cx="9905998" cy="680346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3.1 </a:t>
            </a:r>
            <a:r>
              <a:rPr lang="ko-KR" altLang="en-US" dirty="0">
                <a:solidFill>
                  <a:srgbClr val="FFFF00"/>
                </a:solidFill>
              </a:rPr>
              <a:t>제어알고리즘 적용</a:t>
            </a:r>
            <a:r>
              <a:rPr lang="en-US" altLang="ko-KR" dirty="0">
                <a:solidFill>
                  <a:srgbClr val="FFFF00"/>
                </a:solidFill>
              </a:rPr>
              <a:t> 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5663F3-AB59-4B78-EA26-FFDB8CB58959}"/>
              </a:ext>
            </a:extLst>
          </p:cNvPr>
          <p:cNvGrpSpPr/>
          <p:nvPr/>
        </p:nvGrpSpPr>
        <p:grpSpPr>
          <a:xfrm>
            <a:off x="2523026" y="1641554"/>
            <a:ext cx="6574149" cy="1787446"/>
            <a:chOff x="2808925" y="3014618"/>
            <a:chExt cx="6574149" cy="178744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A5C48AA-49C2-5880-32C4-C543A92D548A}"/>
                </a:ext>
              </a:extLst>
            </p:cNvPr>
            <p:cNvGrpSpPr/>
            <p:nvPr/>
          </p:nvGrpSpPr>
          <p:grpSpPr>
            <a:xfrm>
              <a:off x="2808925" y="3383950"/>
              <a:ext cx="6574149" cy="1418114"/>
              <a:chOff x="2755900" y="3370818"/>
              <a:chExt cx="6574149" cy="1418114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40287C16-1DA1-B512-D7D4-F4FC67627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900" y="4102100"/>
                <a:ext cx="6081074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898E0D22-ED15-AB8B-6ADC-B894CD7827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72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186880AD-D961-DC50-0720-AF2ECB0199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D25B1FBC-D50E-C9F0-B037-FB654D2C1C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29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25F9B110-0466-B191-0763-524A45A6DE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71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E8451600-8ED5-FFAD-CA64-E754E44C8A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700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CBE3CBE2-980D-E45C-F071-76A06D04BE21}"/>
                  </a:ext>
                </a:extLst>
              </p:cNvPr>
              <p:cNvCxnSpPr/>
              <p:nvPr/>
            </p:nvCxnSpPr>
            <p:spPr>
              <a:xfrm>
                <a:off x="7928302" y="4432300"/>
                <a:ext cx="7457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DF68F0-8FD2-4351-6360-E2C2D1B64A72}"/>
                  </a:ext>
                </a:extLst>
              </p:cNvPr>
              <p:cNvSpPr txBox="1"/>
              <p:nvPr/>
            </p:nvSpPr>
            <p:spPr>
              <a:xfrm>
                <a:off x="8674100" y="4267200"/>
                <a:ext cx="65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STBD</a:t>
                </a:r>
                <a:endParaRPr lang="ko-KR" alt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6753A1-2F27-8130-C898-E19F80F2BBEA}"/>
                  </a:ext>
                </a:extLst>
              </p:cNvPr>
              <p:cNvSpPr txBox="1"/>
              <p:nvPr/>
            </p:nvSpPr>
            <p:spPr>
              <a:xfrm>
                <a:off x="2845377" y="4419600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PORT</a:t>
                </a:r>
                <a:endParaRPr lang="ko-KR" altLang="en-US" dirty="0"/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273D6C2A-5026-3D02-B786-B90F00328F03}"/>
                  </a:ext>
                </a:extLst>
              </p:cNvPr>
              <p:cNvCxnSpPr/>
              <p:nvPr/>
            </p:nvCxnSpPr>
            <p:spPr>
              <a:xfrm flipH="1">
                <a:off x="3619500" y="4439166"/>
                <a:ext cx="9779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414A40-EE34-5A10-A134-1FD952EE95BF}"/>
                  </a:ext>
                </a:extLst>
              </p:cNvPr>
              <p:cNvSpPr txBox="1"/>
              <p:nvPr/>
            </p:nvSpPr>
            <p:spPr>
              <a:xfrm>
                <a:off x="5404196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0</a:t>
                </a:r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503C3E-A89D-A7D7-90C3-E6441D3B7770}"/>
                  </a:ext>
                </a:extLst>
              </p:cNvPr>
              <p:cNvSpPr txBox="1"/>
              <p:nvPr/>
            </p:nvSpPr>
            <p:spPr>
              <a:xfrm>
                <a:off x="5962247" y="410210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</a:t>
                </a:r>
                <a:endParaRPr lang="ko-KR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90F00B-21AB-F3D1-6C0D-DDB982A9BC52}"/>
                  </a:ext>
                </a:extLst>
              </p:cNvPr>
              <p:cNvSpPr txBox="1"/>
              <p:nvPr/>
            </p:nvSpPr>
            <p:spPr>
              <a:xfrm>
                <a:off x="6490160" y="4103469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10</a:t>
                </a:r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AB4A14-A638-D9B9-78D0-794011558E41}"/>
                  </a:ext>
                </a:extLst>
              </p:cNvPr>
              <p:cNvSpPr txBox="1"/>
              <p:nvPr/>
            </p:nvSpPr>
            <p:spPr>
              <a:xfrm>
                <a:off x="7042609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15</a:t>
                </a:r>
                <a:endParaRPr lang="ko-KR" alt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F03997-B86E-DBBB-4D22-110FBE82236D}"/>
                  </a:ext>
                </a:extLst>
              </p:cNvPr>
              <p:cNvSpPr txBox="1"/>
              <p:nvPr/>
            </p:nvSpPr>
            <p:spPr>
              <a:xfrm>
                <a:off x="7651712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20</a:t>
                </a:r>
                <a:endParaRPr lang="ko-KR" altLang="en-US" dirty="0"/>
              </a:p>
            </p:txBody>
          </p: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67CA90F3-8797-1F92-4E93-7CD684967E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30822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43377B-AAAA-2AC9-ADEB-512F5E0100C4}"/>
                  </a:ext>
                </a:extLst>
              </p:cNvPr>
              <p:cNvSpPr txBox="1"/>
              <p:nvPr/>
            </p:nvSpPr>
            <p:spPr>
              <a:xfrm>
                <a:off x="8195834" y="410210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25</a:t>
                </a:r>
                <a:endParaRPr lang="ko-KR" altLang="en-US" dirty="0"/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13046649-432F-15BF-5E26-CA76708B1F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869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D60576-8E0E-51CA-8BF0-05153B47DB9B}"/>
                  </a:ext>
                </a:extLst>
              </p:cNvPr>
              <p:cNvSpPr txBox="1"/>
              <p:nvPr/>
            </p:nvSpPr>
            <p:spPr>
              <a:xfrm>
                <a:off x="4771881" y="4102100"/>
                <a:ext cx="38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-5</a:t>
                </a:r>
                <a:endParaRPr lang="ko-KR" altLang="en-US" dirty="0"/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F397F818-045F-521E-5392-82C2C383A5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0551" y="3429000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13D94F-0592-9520-1B63-30E01C16CF99}"/>
                  </a:ext>
                </a:extLst>
              </p:cNvPr>
              <p:cNvSpPr txBox="1"/>
              <p:nvPr/>
            </p:nvSpPr>
            <p:spPr>
              <a:xfrm>
                <a:off x="4235563" y="41021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-10</a:t>
                </a:r>
                <a:endParaRPr lang="ko-KR" altLang="en-US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19DB69E-DCDD-B2FD-122C-8B7C637E4D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475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D29CB3-2FF8-AAA4-9241-E7C7C18B8B50}"/>
                  </a:ext>
                </a:extLst>
              </p:cNvPr>
              <p:cNvSpPr txBox="1"/>
              <p:nvPr/>
            </p:nvSpPr>
            <p:spPr>
              <a:xfrm>
                <a:off x="3765452" y="41206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-15</a:t>
                </a:r>
                <a:endParaRPr lang="ko-KR" altLang="en-US" dirty="0"/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9BC4EE82-602B-CC77-7CBB-FB2CEFE91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1281" y="34602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FDD2824-E1C7-D041-04D6-1BF427963AAE}"/>
                  </a:ext>
                </a:extLst>
              </p:cNvPr>
              <p:cNvSpPr txBox="1"/>
              <p:nvPr/>
            </p:nvSpPr>
            <p:spPr>
              <a:xfrm>
                <a:off x="3246293" y="41333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-20</a:t>
                </a:r>
                <a:endParaRPr lang="ko-KR" altLang="en-US" dirty="0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A142E527-E455-7019-DCEC-B2A876780B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0624" y="3472934"/>
                <a:ext cx="0" cy="6731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970D8C-AF34-8BF0-1D90-87ACFA098D9C}"/>
                  </a:ext>
                </a:extLst>
              </p:cNvPr>
              <p:cNvSpPr txBox="1"/>
              <p:nvPr/>
            </p:nvSpPr>
            <p:spPr>
              <a:xfrm>
                <a:off x="2825636" y="4146034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-25</a:t>
                </a:r>
                <a:endParaRPr lang="ko-KR" altLang="en-US" dirty="0"/>
              </a:p>
            </p:txBody>
          </p: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22B93A63-57E3-C911-CBC0-D21B93A85E46}"/>
                  </a:ext>
                </a:extLst>
              </p:cNvPr>
              <p:cNvCxnSpPr/>
              <p:nvPr/>
            </p:nvCxnSpPr>
            <p:spPr>
              <a:xfrm>
                <a:off x="5006869" y="3879850"/>
                <a:ext cx="108913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90F984-4A89-195C-4A5A-9E6579AF69EA}"/>
                  </a:ext>
                </a:extLst>
              </p:cNvPr>
              <p:cNvSpPr txBox="1"/>
              <p:nvPr/>
            </p:nvSpPr>
            <p:spPr>
              <a:xfrm>
                <a:off x="5283200" y="3765550"/>
                <a:ext cx="74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Small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772C92AF-20BB-5692-6B43-4B7CCE3B2C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369" y="3740150"/>
                <a:ext cx="2273761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7DA2FE-343A-2DC9-1AB1-8D6CD7B91155}"/>
                  </a:ext>
                </a:extLst>
              </p:cNvPr>
              <p:cNvSpPr txBox="1"/>
              <p:nvPr/>
            </p:nvSpPr>
            <p:spPr>
              <a:xfrm>
                <a:off x="5257043" y="3370818"/>
                <a:ext cx="974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Medium</a:t>
                </a:r>
                <a:r>
                  <a:rPr lang="ko-KR" altLang="en-US" dirty="0"/>
                  <a:t> </a:t>
                </a:r>
              </a:p>
            </p:txBody>
          </p: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26C62E0D-B588-F5B2-F4C0-3256997D29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440" y="3403085"/>
                <a:ext cx="3276660" cy="1531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872A4A-0358-7E81-D24D-B0F75F08A920}"/>
                </a:ext>
              </a:extLst>
            </p:cNvPr>
            <p:cNvSpPr txBox="1"/>
            <p:nvPr/>
          </p:nvSpPr>
          <p:spPr>
            <a:xfrm>
              <a:off x="5259510" y="3014618"/>
              <a:ext cx="974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Big</a:t>
              </a:r>
              <a:endParaRPr lang="ko-KR" altLang="en-US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2AC2399-8A1F-2DD7-96B1-E99B2FB675C0}"/>
              </a:ext>
            </a:extLst>
          </p:cNvPr>
          <p:cNvGrpSpPr/>
          <p:nvPr/>
        </p:nvGrpSpPr>
        <p:grpSpPr>
          <a:xfrm>
            <a:off x="2471105" y="3613665"/>
            <a:ext cx="6081074" cy="1106280"/>
            <a:chOff x="2584301" y="5090647"/>
            <a:chExt cx="6081074" cy="1106280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C5D4EA0C-0A0F-6C69-D8BF-1FAA5BF52F38}"/>
                </a:ext>
              </a:extLst>
            </p:cNvPr>
            <p:cNvCxnSpPr>
              <a:cxnSpLocks/>
            </p:cNvCxnSpPr>
            <p:nvPr/>
          </p:nvCxnSpPr>
          <p:spPr>
            <a:xfrm>
              <a:off x="2584301" y="5763747"/>
              <a:ext cx="6081074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786D095-AF85-B3F1-A41E-5E6274014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6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9E57B6AD-8C04-2C4B-5324-64028F3F5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4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8EE69CB-B8BA-0389-286E-7EB22EB97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4B2D53C4-5773-5611-6EC2-E97ABEB1B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F2325D7-2F83-F686-6AFD-8A072F6CE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5101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C0DC82-CCE1-DD35-0E32-60B90E08FCFD}"/>
                </a:ext>
              </a:extLst>
            </p:cNvPr>
            <p:cNvSpPr txBox="1"/>
            <p:nvPr/>
          </p:nvSpPr>
          <p:spPr>
            <a:xfrm>
              <a:off x="5232597" y="57637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Z</a:t>
              </a:r>
              <a:endParaRPr lang="ko-KR" altLang="en-US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DF95C05-A84D-2B44-FF2B-0085361DA7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9223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869BEEF0-6281-BE8E-44F0-9352735DA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270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3951AA1C-EEC3-9DF3-BC32-4C4F973F93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952" y="5090647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99E928EB-8008-10C5-E518-FBD8D4EF0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841" y="51091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FFF7AEF-B199-E74A-F5DA-4B051A087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682" y="51218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F85A1F83-83A2-8705-0A57-10E39FCF3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9025" y="5134581"/>
              <a:ext cx="0" cy="6731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4D071F3-0F9F-F365-3B25-E042E4C3980F}"/>
                </a:ext>
              </a:extLst>
            </p:cNvPr>
            <p:cNvCxnSpPr>
              <a:stCxn id="45" idx="0"/>
            </p:cNvCxnSpPr>
            <p:nvPr/>
          </p:nvCxnSpPr>
          <p:spPr>
            <a:xfrm flipV="1">
              <a:off x="5382638" y="5134581"/>
              <a:ext cx="541763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88875E2E-8823-9750-89DE-FDB8B26DD9D6}"/>
                </a:ext>
              </a:extLst>
            </p:cNvPr>
            <p:cNvCxnSpPr/>
            <p:nvPr/>
          </p:nvCxnSpPr>
          <p:spPr>
            <a:xfrm>
              <a:off x="5924401" y="5134581"/>
              <a:ext cx="618324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DF938D88-4BAB-C9C5-4B3F-F8D5456B6E23}"/>
                </a:ext>
              </a:extLst>
            </p:cNvPr>
            <p:cNvCxnSpPr/>
            <p:nvPr/>
          </p:nvCxnSpPr>
          <p:spPr>
            <a:xfrm flipV="1">
              <a:off x="5945825" y="5090647"/>
              <a:ext cx="575476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27F9040-C29F-11E9-DDB5-CE8CC986BF3D}"/>
                </a:ext>
              </a:extLst>
            </p:cNvPr>
            <p:cNvCxnSpPr/>
            <p:nvPr/>
          </p:nvCxnSpPr>
          <p:spPr>
            <a:xfrm>
              <a:off x="6521301" y="5109181"/>
              <a:ext cx="584200" cy="654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410BACFB-9901-E27B-09B8-43F0E64EFEB3}"/>
                </a:ext>
              </a:extLst>
            </p:cNvPr>
            <p:cNvCxnSpPr/>
            <p:nvPr/>
          </p:nvCxnSpPr>
          <p:spPr>
            <a:xfrm flipV="1">
              <a:off x="6542725" y="5134581"/>
              <a:ext cx="562776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7A62988-7EA7-C45B-30D3-A7AD88D22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501" y="5121160"/>
              <a:ext cx="609600" cy="134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C4A39E5-CE5B-B8AB-9DB6-7889140EEA81}"/>
                </a:ext>
              </a:extLst>
            </p:cNvPr>
            <p:cNvCxnSpPr/>
            <p:nvPr/>
          </p:nvCxnSpPr>
          <p:spPr>
            <a:xfrm flipH="1" flipV="1">
              <a:off x="5365601" y="5134581"/>
              <a:ext cx="558800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7D781E9A-0DC2-0161-1C7A-06DB9C897060}"/>
                </a:ext>
              </a:extLst>
            </p:cNvPr>
            <p:cNvCxnSpPr/>
            <p:nvPr/>
          </p:nvCxnSpPr>
          <p:spPr>
            <a:xfrm flipH="1">
              <a:off x="4856694" y="5134581"/>
              <a:ext cx="508907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E330FB3-6D1D-51F2-092B-A9A5049CA85F}"/>
                </a:ext>
              </a:extLst>
            </p:cNvPr>
            <p:cNvCxnSpPr>
              <a:stCxn id="45" idx="0"/>
            </p:cNvCxnSpPr>
            <p:nvPr/>
          </p:nvCxnSpPr>
          <p:spPr>
            <a:xfrm flipH="1" flipV="1">
              <a:off x="4835270" y="5134581"/>
              <a:ext cx="54736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1669856D-32C9-0F14-3EE5-F3B3804BF562}"/>
                </a:ext>
              </a:extLst>
            </p:cNvPr>
            <p:cNvCxnSpPr/>
            <p:nvPr/>
          </p:nvCxnSpPr>
          <p:spPr>
            <a:xfrm flipH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2CDE62DE-7BF3-7585-AC81-E79CF8E531B9}"/>
                </a:ext>
              </a:extLst>
            </p:cNvPr>
            <p:cNvCxnSpPr/>
            <p:nvPr/>
          </p:nvCxnSpPr>
          <p:spPr>
            <a:xfrm flipH="1" flipV="1">
              <a:off x="4320376" y="5134581"/>
              <a:ext cx="536318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3E0978E0-D21E-D3F0-B30B-3273E890183E}"/>
                </a:ext>
              </a:extLst>
            </p:cNvPr>
            <p:cNvCxnSpPr/>
            <p:nvPr/>
          </p:nvCxnSpPr>
          <p:spPr>
            <a:xfrm flipH="1">
              <a:off x="3828841" y="5134581"/>
              <a:ext cx="456353" cy="673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CA66CC08-1A7B-D9C1-8581-300972639F16}"/>
                </a:ext>
              </a:extLst>
            </p:cNvPr>
            <p:cNvCxnSpPr/>
            <p:nvPr/>
          </p:nvCxnSpPr>
          <p:spPr>
            <a:xfrm flipH="1" flipV="1">
              <a:off x="3850265" y="5134581"/>
              <a:ext cx="470111" cy="6291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4261DB4-1A94-EB6A-863E-FABEBED907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9682" y="5134581"/>
              <a:ext cx="5191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88167D3-720A-4A03-D5E6-981F6C917852}"/>
                </a:ext>
              </a:extLst>
            </p:cNvPr>
            <p:cNvSpPr txBox="1"/>
            <p:nvPr/>
          </p:nvSpPr>
          <p:spPr>
            <a:xfrm>
              <a:off x="4636549" y="580287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NS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2832C4-E65C-454B-432C-1D60F6D433EB}"/>
                </a:ext>
              </a:extLst>
            </p:cNvPr>
            <p:cNvSpPr txBox="1"/>
            <p:nvPr/>
          </p:nvSpPr>
          <p:spPr>
            <a:xfrm>
              <a:off x="4111540" y="58028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NM</a:t>
              </a:r>
              <a:endParaRPr lang="ko-KR" alt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D743909-E41F-BC1F-1395-3703B95C9375}"/>
                </a:ext>
              </a:extLst>
            </p:cNvPr>
            <p:cNvSpPr txBox="1"/>
            <p:nvPr/>
          </p:nvSpPr>
          <p:spPr>
            <a:xfrm>
              <a:off x="3579817" y="57910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NB</a:t>
              </a:r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E2C8A0D-06F3-7390-F7C9-3E01DA7F1A29}"/>
                </a:ext>
              </a:extLst>
            </p:cNvPr>
            <p:cNvSpPr txBox="1"/>
            <p:nvPr/>
          </p:nvSpPr>
          <p:spPr>
            <a:xfrm>
              <a:off x="6777925" y="582759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PB</a:t>
              </a:r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3D4D692-38C3-1FEE-75ED-6478EA3324B3}"/>
                </a:ext>
              </a:extLst>
            </p:cNvPr>
            <p:cNvSpPr txBox="1"/>
            <p:nvPr/>
          </p:nvSpPr>
          <p:spPr>
            <a:xfrm>
              <a:off x="6252916" y="5827595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PM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D003896-B2DF-9F12-AADE-EACFA6851AEA}"/>
                </a:ext>
              </a:extLst>
            </p:cNvPr>
            <p:cNvSpPr txBox="1"/>
            <p:nvPr/>
          </p:nvSpPr>
          <p:spPr>
            <a:xfrm>
              <a:off x="5721193" y="58157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PS</a:t>
              </a:r>
              <a:endParaRPr lang="ko-KR" altLang="en-US" dirty="0"/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7582D90-F46A-2D97-D522-DA7DB9935CC2}"/>
              </a:ext>
            </a:extLst>
          </p:cNvPr>
          <p:cNvCxnSpPr/>
          <p:nvPr/>
        </p:nvCxnSpPr>
        <p:spPr>
          <a:xfrm flipH="1">
            <a:off x="2612503" y="2043153"/>
            <a:ext cx="63590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E1511DA-4717-804C-F2E0-80A1C0908F30}"/>
              </a:ext>
            </a:extLst>
          </p:cNvPr>
          <p:cNvSpPr txBox="1"/>
          <p:nvPr/>
        </p:nvSpPr>
        <p:spPr>
          <a:xfrm>
            <a:off x="2331977" y="1585437"/>
            <a:ext cx="97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control</a:t>
            </a:r>
            <a:r>
              <a:rPr lang="ko-KR" altLang="en-US" dirty="0"/>
              <a:t> 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8D7D659-B91A-70CB-BC0E-E4FE0CF2E905}"/>
              </a:ext>
            </a:extLst>
          </p:cNvPr>
          <p:cNvCxnSpPr>
            <a:cxnSpLocks/>
          </p:cNvCxnSpPr>
          <p:nvPr/>
        </p:nvCxnSpPr>
        <p:spPr>
          <a:xfrm>
            <a:off x="7653826" y="2058469"/>
            <a:ext cx="89835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61F8D1A-827D-CCF0-D587-76DC19B32124}"/>
              </a:ext>
            </a:extLst>
          </p:cNvPr>
          <p:cNvSpPr txBox="1"/>
          <p:nvPr/>
        </p:nvSpPr>
        <p:spPr>
          <a:xfrm>
            <a:off x="7551908" y="1635889"/>
            <a:ext cx="97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control</a:t>
            </a:r>
            <a:r>
              <a:rPr lang="ko-KR" altLang="en-US" dirty="0"/>
              <a:t> 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A15DA93-FE3C-A422-0E2F-F00401FCCF49}"/>
              </a:ext>
            </a:extLst>
          </p:cNvPr>
          <p:cNvCxnSpPr/>
          <p:nvPr/>
        </p:nvCxnSpPr>
        <p:spPr>
          <a:xfrm flipH="1" flipV="1">
            <a:off x="2674106" y="3479115"/>
            <a:ext cx="521200" cy="1784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EFE3A7E-D96D-A3CE-2A6C-3AFFECE72C28}"/>
              </a:ext>
            </a:extLst>
          </p:cNvPr>
          <p:cNvCxnSpPr/>
          <p:nvPr/>
        </p:nvCxnSpPr>
        <p:spPr>
          <a:xfrm flipV="1">
            <a:off x="7601904" y="3440668"/>
            <a:ext cx="609600" cy="216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46">
            <a:extLst>
              <a:ext uri="{FF2B5EF4-FFF2-40B4-BE49-F238E27FC236}">
                <a16:creationId xmlns:a16="http://schemas.microsoft.com/office/drawing/2014/main" id="{8F283178-7F06-F579-B490-0DAF7D3D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106" y="5123110"/>
            <a:ext cx="5878069" cy="123317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654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3BCD4D4-0FCB-418E-9D58-033B2DB415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3E363D-4793-4E9B-88F5-58007346CF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A3F2319-3466-4D84-ABE4-77BC773F3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 descr="텍스트, 스크린샷, 번호, 평행이(가) 표시된 사진&#10;&#10;자동 생성된 설명">
            <a:extLst>
              <a:ext uri="{FF2B5EF4-FFF2-40B4-BE49-F238E27FC236}">
                <a16:creationId xmlns:a16="http://schemas.microsoft.com/office/drawing/2014/main" id="{1670C304-C3BF-7241-99A2-DD93C3BF0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618" y="1679581"/>
            <a:ext cx="8429400" cy="42028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BF023B-E9EC-A6E4-DFA3-A832CBD0628B}"/>
              </a:ext>
            </a:extLst>
          </p:cNvPr>
          <p:cNvSpPr txBox="1"/>
          <p:nvPr/>
        </p:nvSpPr>
        <p:spPr>
          <a:xfrm>
            <a:off x="1163781" y="180770"/>
            <a:ext cx="5008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3.2  </a:t>
            </a:r>
            <a:r>
              <a:rPr lang="ko-KR" altLang="en-US" sz="2800" dirty="0">
                <a:solidFill>
                  <a:srgbClr val="FFFF00"/>
                </a:solidFill>
              </a:rPr>
              <a:t>퍼지구간 퍼지추론 계산식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35406-413E-06C2-813E-16C7C099A424}"/>
              </a:ext>
            </a:extLst>
          </p:cNvPr>
          <p:cNvSpPr txBox="1"/>
          <p:nvPr/>
        </p:nvSpPr>
        <p:spPr>
          <a:xfrm flipH="1">
            <a:off x="2269374" y="1151208"/>
            <a:ext cx="1097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Table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143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F25A19-8FE3-0488-5855-679276B6E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55433"/>
              </p:ext>
            </p:extLst>
          </p:nvPr>
        </p:nvGraphicFramePr>
        <p:xfrm>
          <a:off x="2052320" y="719666"/>
          <a:ext cx="8107682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>
                  <a:extLst>
                    <a:ext uri="{9D8B030D-6E8A-4147-A177-3AD203B41FA5}">
                      <a16:colId xmlns:a16="http://schemas.microsoft.com/office/drawing/2014/main" val="116685232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051708362"/>
                    </a:ext>
                  </a:extLst>
                </a:gridCol>
                <a:gridCol w="1869441">
                  <a:extLst>
                    <a:ext uri="{9D8B030D-6E8A-4147-A177-3AD203B41FA5}">
                      <a16:colId xmlns:a16="http://schemas.microsoft.com/office/drawing/2014/main" val="2842079893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3302493853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97338067"/>
                    </a:ext>
                  </a:extLst>
                </a:gridCol>
                <a:gridCol w="1889762">
                  <a:extLst>
                    <a:ext uri="{9D8B030D-6E8A-4147-A177-3AD203B41FA5}">
                      <a16:colId xmlns:a16="http://schemas.microsoft.com/office/drawing/2014/main" val="409626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식번호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식번호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569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PZa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0&lt;x&lt;=1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NZa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-1&lt;x&lt;=0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=x+1.0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PZb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-x+1.0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NZb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03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PSa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1&lt;x&lt;=3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=0.5x – 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NSa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-3&lt;x&lt;=-1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=0.5x +1.5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933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PSb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-0.5x+1.5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NSb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-0.5x-0.5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PMa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3&lt;x&lt;=5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=0.5x -1.5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NMa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-5&lt;x&lt;=-3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=0.5x + 2.5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17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PMb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-0.5x+3.5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NMb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-0.5x-1.5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4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PBa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5&lt;x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NBa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-5&gt;x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ya</a:t>
                      </a:r>
                      <a:r>
                        <a:rPr lang="en-US" altLang="ko-KR" dirty="0"/>
                        <a:t> =1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069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PBb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NBb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Yb =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886171"/>
                  </a:ext>
                </a:extLst>
              </a:tr>
              <a:tr h="1112520">
                <a:tc gridSpan="6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216652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1B490C1-974D-AC30-5457-292C489A23CC}"/>
              </a:ext>
            </a:extLst>
          </p:cNvPr>
          <p:cNvCxnSpPr/>
          <p:nvPr/>
        </p:nvCxnSpPr>
        <p:spPr>
          <a:xfrm>
            <a:off x="4064000" y="4246880"/>
            <a:ext cx="371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782064A-225F-8435-3673-55217C921752}"/>
              </a:ext>
            </a:extLst>
          </p:cNvPr>
          <p:cNvCxnSpPr/>
          <p:nvPr/>
        </p:nvCxnSpPr>
        <p:spPr>
          <a:xfrm>
            <a:off x="4064000" y="4846320"/>
            <a:ext cx="37185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31C908-808E-6605-7A77-0079DE40DD16}"/>
              </a:ext>
            </a:extLst>
          </p:cNvPr>
          <p:cNvCxnSpPr/>
          <p:nvPr/>
        </p:nvCxnSpPr>
        <p:spPr>
          <a:xfrm>
            <a:off x="5852160" y="413512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DED1A5A-B3BC-1A70-1693-F3838B505CD0}"/>
              </a:ext>
            </a:extLst>
          </p:cNvPr>
          <p:cNvCxnSpPr/>
          <p:nvPr/>
        </p:nvCxnSpPr>
        <p:spPr>
          <a:xfrm>
            <a:off x="6065520" y="416560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CB79C5-BBDC-8658-63B3-B0CBB8496715}"/>
              </a:ext>
            </a:extLst>
          </p:cNvPr>
          <p:cNvCxnSpPr/>
          <p:nvPr/>
        </p:nvCxnSpPr>
        <p:spPr>
          <a:xfrm>
            <a:off x="6461760" y="416560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4C4FBE-BFA9-8DEA-FBAD-D9DA1875C23F}"/>
              </a:ext>
            </a:extLst>
          </p:cNvPr>
          <p:cNvCxnSpPr/>
          <p:nvPr/>
        </p:nvCxnSpPr>
        <p:spPr>
          <a:xfrm>
            <a:off x="6837680" y="415544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7C69A89-A40A-3DB3-03FE-911A41E2390A}"/>
              </a:ext>
            </a:extLst>
          </p:cNvPr>
          <p:cNvCxnSpPr/>
          <p:nvPr/>
        </p:nvCxnSpPr>
        <p:spPr>
          <a:xfrm>
            <a:off x="7203440" y="416560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E9C5B7-B046-FB1F-5AB6-A90722943142}"/>
              </a:ext>
            </a:extLst>
          </p:cNvPr>
          <p:cNvCxnSpPr/>
          <p:nvPr/>
        </p:nvCxnSpPr>
        <p:spPr>
          <a:xfrm>
            <a:off x="5648960" y="415544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ECF277-20AA-DCFF-6785-C4A29329FA77}"/>
              </a:ext>
            </a:extLst>
          </p:cNvPr>
          <p:cNvCxnSpPr/>
          <p:nvPr/>
        </p:nvCxnSpPr>
        <p:spPr>
          <a:xfrm>
            <a:off x="5293360" y="416560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629B4A9-ACDA-BDF4-F39A-02F0BC145224}"/>
              </a:ext>
            </a:extLst>
          </p:cNvPr>
          <p:cNvCxnSpPr/>
          <p:nvPr/>
        </p:nvCxnSpPr>
        <p:spPr>
          <a:xfrm>
            <a:off x="4937760" y="4185920"/>
            <a:ext cx="0" cy="690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CB81FC-01A6-AE9F-F2E2-52B9F2C4B705}"/>
              </a:ext>
            </a:extLst>
          </p:cNvPr>
          <p:cNvSpPr txBox="1"/>
          <p:nvPr/>
        </p:nvSpPr>
        <p:spPr>
          <a:xfrm>
            <a:off x="4703901" y="4838607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-5  -3  -1  Z 1    3     5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429E6D0-BC8D-A6F4-586F-EC85EEA5F447}"/>
              </a:ext>
            </a:extLst>
          </p:cNvPr>
          <p:cNvCxnSpPr/>
          <p:nvPr/>
        </p:nvCxnSpPr>
        <p:spPr>
          <a:xfrm>
            <a:off x="5648960" y="4683760"/>
            <a:ext cx="4165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D71870-9DF8-8FC9-FA57-B5D046908CE8}"/>
              </a:ext>
            </a:extLst>
          </p:cNvPr>
          <p:cNvSpPr txBox="1"/>
          <p:nvPr/>
        </p:nvSpPr>
        <p:spPr>
          <a:xfrm>
            <a:off x="4529744" y="429589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NB NM NS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49BBF1-6981-BBC1-5C2F-948917129D53}"/>
              </a:ext>
            </a:extLst>
          </p:cNvPr>
          <p:cNvSpPr txBox="1"/>
          <p:nvPr/>
        </p:nvSpPr>
        <p:spPr>
          <a:xfrm>
            <a:off x="6047891" y="4314430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PS  PM  PB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D32C7-E296-A058-53A1-26E711D28340}"/>
              </a:ext>
            </a:extLst>
          </p:cNvPr>
          <p:cNvSpPr txBox="1"/>
          <p:nvPr/>
        </p:nvSpPr>
        <p:spPr>
          <a:xfrm flipH="1">
            <a:off x="7770854" y="4062214"/>
            <a:ext cx="29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397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A24915-451A-2CDE-2345-3103E71D3055}"/>
                  </a:ext>
                </a:extLst>
              </p:cNvPr>
              <p:cNvSpPr txBox="1"/>
              <p:nvPr/>
            </p:nvSpPr>
            <p:spPr>
              <a:xfrm>
                <a:off x="1809894" y="808162"/>
                <a:ext cx="8991116" cy="54491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ko-KR" altLang="en-US" dirty="0"/>
                  <a:t>직접법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- </a:t>
                </a:r>
                <a:r>
                  <a:rPr lang="ko-KR" altLang="en-US" dirty="0"/>
                  <a:t>입력이 </a:t>
                </a:r>
                <a:r>
                  <a:rPr lang="ko-KR" altLang="en-US" dirty="0" err="1"/>
                  <a:t>퍼지수</a:t>
                </a:r>
                <a:r>
                  <a:rPr lang="ko-KR" altLang="en-US" dirty="0"/>
                  <a:t> 출력이 퍼지수로 </a:t>
                </a:r>
                <a:r>
                  <a:rPr lang="en-US" altLang="ko-KR" dirty="0"/>
                  <a:t>Zadeh, </a:t>
                </a:r>
                <a:r>
                  <a:rPr lang="en-US" altLang="ko-KR" dirty="0" err="1"/>
                  <a:t>Mandani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법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등이 있으나 계산이 복잡함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2. </a:t>
                </a:r>
                <a:r>
                  <a:rPr lang="ko-KR" altLang="en-US" dirty="0"/>
                  <a:t>간략 </a:t>
                </a:r>
                <a:r>
                  <a:rPr lang="ko-KR" altLang="en-US" dirty="0" err="1"/>
                  <a:t>추론법</a:t>
                </a:r>
                <a:r>
                  <a:rPr lang="en-US" altLang="ko-KR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- if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x is A and y is B, then z is C   A, B</a:t>
                </a:r>
                <a:r>
                  <a:rPr lang="ko-KR" altLang="en-US" dirty="0"/>
                  <a:t>는 </a:t>
                </a:r>
                <a:r>
                  <a:rPr lang="ko-KR" altLang="en-US" dirty="0" err="1"/>
                  <a:t>퍼지수</a:t>
                </a:r>
                <a:r>
                  <a:rPr lang="en-US" altLang="ko-KR" dirty="0"/>
                  <a:t>, C</a:t>
                </a:r>
                <a:r>
                  <a:rPr lang="ko-KR" altLang="en-US" dirty="0"/>
                  <a:t>는 실수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3. </a:t>
                </a:r>
                <a:r>
                  <a:rPr lang="ko-KR" altLang="en-US" dirty="0" err="1"/>
                  <a:t>혼합추론법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선형추론법</a:t>
                </a:r>
                <a:r>
                  <a:rPr lang="en-US" altLang="ko-KR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- if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 is A and y is B, then z = ax + by +c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4. </a:t>
                </a:r>
                <a:r>
                  <a:rPr lang="ko-KR" altLang="en-US" dirty="0"/>
                  <a:t>변형된</a:t>
                </a:r>
                <a:r>
                  <a:rPr lang="en-US" altLang="ko-KR" dirty="0"/>
                  <a:t> </a:t>
                </a:r>
                <a:r>
                  <a:rPr lang="ko-KR" altLang="en-US" dirty="0" err="1"/>
                  <a:t>선형추론법</a:t>
                </a:r>
                <a:r>
                  <a:rPr lang="en-US" altLang="ko-KR" dirty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- if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 is A and y is B, then z = aw + b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등이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있으나 본 장치에는 </a:t>
                </a:r>
                <a:r>
                  <a:rPr lang="ko-KR" altLang="en-US" dirty="0" err="1"/>
                  <a:t>간략추론법을</a:t>
                </a:r>
                <a:r>
                  <a:rPr lang="ko-KR" altLang="en-US" dirty="0"/>
                  <a:t> 사용하여 시도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- </a:t>
                </a:r>
                <a:r>
                  <a:rPr lang="ko-KR" altLang="en-US" dirty="0" err="1"/>
                  <a:t>후건부는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z=C</a:t>
                </a:r>
                <a:r>
                  <a:rPr lang="ko-KR" altLang="en-US" dirty="0"/>
                  <a:t> 에서</a:t>
                </a:r>
                <a:r>
                  <a:rPr lang="en-US" altLang="ko-KR" dirty="0"/>
                  <a:t> C</a:t>
                </a:r>
                <a:r>
                  <a:rPr lang="ko-KR" altLang="en-US" dirty="0"/>
                  <a:t>를 규칙표의 </a:t>
                </a:r>
                <a:r>
                  <a:rPr lang="en-US" altLang="ko-KR" dirty="0"/>
                  <a:t>S, M, B (5,10, 15) 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scale factor ( 0&lt; SF ≤ 1.0) </a:t>
                </a:r>
                <a:r>
                  <a:rPr lang="ko-KR" altLang="en-US" dirty="0"/>
                  <a:t>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적용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- sea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condition</a:t>
                </a:r>
                <a:r>
                  <a:rPr lang="ko-KR" altLang="en-US" dirty="0"/>
                  <a:t>에 따라 </a:t>
                </a:r>
                <a:r>
                  <a:rPr lang="en-US" altLang="ko-KR" dirty="0"/>
                  <a:t>SF</a:t>
                </a:r>
                <a:r>
                  <a:rPr lang="ko-KR" altLang="en-US" dirty="0"/>
                  <a:t> 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속도형 제어기를 사용 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A24915-451A-2CDE-2345-3103E71D3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894" y="808162"/>
                <a:ext cx="8991116" cy="5449184"/>
              </a:xfrm>
              <a:prstGeom prst="rect">
                <a:avLst/>
              </a:prstGeom>
              <a:blipFill>
                <a:blip r:embed="rId2"/>
                <a:stretch>
                  <a:fillRect l="-610" b="-10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2EC327D-63B6-34CD-A147-384B77433D22}"/>
              </a:ext>
            </a:extLst>
          </p:cNvPr>
          <p:cNvSpPr txBox="1"/>
          <p:nvPr/>
        </p:nvSpPr>
        <p:spPr>
          <a:xfrm>
            <a:off x="1580469" y="284942"/>
            <a:ext cx="3472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3.3  </a:t>
            </a:r>
            <a:r>
              <a:rPr lang="ko-KR" altLang="en-US" sz="2800" dirty="0">
                <a:solidFill>
                  <a:srgbClr val="FFFF00"/>
                </a:solidFill>
              </a:rPr>
              <a:t>퍼지추론의 종류</a:t>
            </a:r>
          </a:p>
        </p:txBody>
      </p:sp>
    </p:spTree>
    <p:extLst>
      <p:ext uri="{BB962C8B-B14F-4D97-AF65-F5344CB8AC3E}">
        <p14:creationId xmlns:p14="http://schemas.microsoft.com/office/powerpoint/2010/main" val="1793974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D6DB4-EAEB-6C59-A084-93D469EC35F8}"/>
              </a:ext>
            </a:extLst>
          </p:cNvPr>
          <p:cNvSpPr txBox="1"/>
          <p:nvPr/>
        </p:nvSpPr>
        <p:spPr>
          <a:xfrm>
            <a:off x="1423555" y="329443"/>
            <a:ext cx="2399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3.4  Flow Chart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F8F9C8-6829-CAE0-C699-E93CE97637D0}"/>
                  </a:ext>
                </a:extLst>
              </p:cNvPr>
              <p:cNvSpPr txBox="1"/>
              <p:nvPr/>
            </p:nvSpPr>
            <p:spPr>
              <a:xfrm>
                <a:off x="6985852" y="2162138"/>
                <a:ext cx="1219197" cy="4001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 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계산</a:t>
                </a:r>
                <a:r>
                  <a:rPr lang="en-US" altLang="ko-KR" sz="2000" dirty="0"/>
                  <a:t> 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F8F9C8-6829-CAE0-C699-E93CE9763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852" y="2162138"/>
                <a:ext cx="1219197" cy="400110"/>
              </a:xfrm>
              <a:prstGeom prst="rect">
                <a:avLst/>
              </a:prstGeom>
              <a:blipFill>
                <a:blip r:embed="rId2"/>
                <a:stretch>
                  <a:fillRect b="-1194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62D74F-CDD2-6055-CE2D-26AFA372830A}"/>
                  </a:ext>
                </a:extLst>
              </p:cNvPr>
              <p:cNvSpPr txBox="1"/>
              <p:nvPr/>
            </p:nvSpPr>
            <p:spPr>
              <a:xfrm>
                <a:off x="6745129" y="806143"/>
                <a:ext cx="1684537" cy="70788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2000" dirty="0"/>
                  <a:t> Network</a:t>
                </a:r>
              </a:p>
              <a:p>
                <a:pPr algn="ctr"/>
                <a:r>
                  <a:rPr lang="en-US" altLang="ko-KR" sz="2000" dirty="0"/>
                  <a:t>Data read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62D74F-CDD2-6055-CE2D-26AFA3728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129" y="806143"/>
                <a:ext cx="1684537" cy="707886"/>
              </a:xfrm>
              <a:prstGeom prst="rect">
                <a:avLst/>
              </a:prstGeom>
              <a:blipFill>
                <a:blip r:embed="rId3"/>
                <a:stretch>
                  <a:fillRect t="-3390" r="-1434" b="-135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09398C-975D-D9C4-DEAF-9F780A3BD256}"/>
              </a:ext>
            </a:extLst>
          </p:cNvPr>
          <p:cNvSpPr txBox="1"/>
          <p:nvPr/>
        </p:nvSpPr>
        <p:spPr>
          <a:xfrm>
            <a:off x="3347906" y="1699348"/>
            <a:ext cx="1461655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/>
              <a:t>HDC, TRC </a:t>
            </a:r>
            <a:r>
              <a:rPr lang="ko-KR" altLang="en-US" sz="1600" dirty="0"/>
              <a:t>선택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8ED38-A24C-FB8D-FE68-E419AA43BFD9}"/>
              </a:ext>
            </a:extLst>
          </p:cNvPr>
          <p:cNvSpPr txBox="1"/>
          <p:nvPr/>
        </p:nvSpPr>
        <p:spPr>
          <a:xfrm>
            <a:off x="3567846" y="990809"/>
            <a:ext cx="1021774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/>
              <a:t>디바이스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25F5B-7726-B080-2B71-D0F3E1961841}"/>
              </a:ext>
            </a:extLst>
          </p:cNvPr>
          <p:cNvSpPr txBox="1"/>
          <p:nvPr/>
        </p:nvSpPr>
        <p:spPr>
          <a:xfrm>
            <a:off x="3347906" y="2220849"/>
            <a:ext cx="1461655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Ref</a:t>
            </a:r>
            <a:r>
              <a:rPr lang="ko-KR" altLang="en-US" sz="1600" dirty="0"/>
              <a:t> </a:t>
            </a:r>
            <a:r>
              <a:rPr lang="en-US" altLang="ko-KR" sz="1600" dirty="0"/>
              <a:t>or Set Point</a:t>
            </a:r>
            <a:endParaRPr lang="ko-KR" altLang="en-US" sz="16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C6A71C8-2AAA-EAAC-CF55-020E276BAB1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078734" y="2037902"/>
            <a:ext cx="0" cy="18294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D58CC47-F86E-115F-E1F9-007DFB8E2B25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4809561" y="2362193"/>
            <a:ext cx="2176291" cy="2793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29584E-331D-1E3D-D8C7-D0A11D7D9087}"/>
                  </a:ext>
                </a:extLst>
              </p:cNvPr>
              <p:cNvSpPr txBox="1"/>
              <p:nvPr/>
            </p:nvSpPr>
            <p:spPr>
              <a:xfrm>
                <a:off x="6873889" y="2823264"/>
                <a:ext cx="1454727" cy="34323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∆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+mj-ea"/>
                      </a:rPr>
                      <m:t>퍼</m:t>
                    </m:r>
                  </m:oMath>
                </a14:m>
                <a:r>
                  <a:rPr lang="ko-KR" altLang="en-US" sz="1600" dirty="0">
                    <a:latin typeface="+mj-ea"/>
                    <a:ea typeface="+mj-ea"/>
                  </a:rPr>
                  <a:t>지화</a:t>
                </a:r>
                <a:r>
                  <a:rPr lang="en-US" altLang="ko-KR" sz="1600" dirty="0">
                    <a:latin typeface="+mj-ea"/>
                    <a:ea typeface="+mj-ea"/>
                  </a:rPr>
                  <a:t> </a:t>
                </a:r>
                <a:endParaRPr lang="ko-KR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29584E-331D-1E3D-D8C7-D0A11D7D9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89" y="2823264"/>
                <a:ext cx="1454727" cy="343235"/>
              </a:xfrm>
              <a:prstGeom prst="rect">
                <a:avLst/>
              </a:prstGeom>
              <a:blipFill>
                <a:blip r:embed="rId4"/>
                <a:stretch>
                  <a:fillRect t="-3448" b="-1896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ED82D99-1C12-27B2-2969-5419F1FDA6D7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7595451" y="2562248"/>
            <a:ext cx="5802" cy="26101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B74EDB-B979-E2D6-F789-9C08C58AD08B}"/>
                  </a:ext>
                </a:extLst>
              </p:cNvPr>
              <p:cNvSpPr txBox="1"/>
              <p:nvPr/>
            </p:nvSpPr>
            <p:spPr>
              <a:xfrm>
                <a:off x="6873889" y="3427515"/>
                <a:ext cx="1454727" cy="34323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+mj-ea"/>
                      </a:rPr>
                      <m:t>퍼</m:t>
                    </m:r>
                  </m:oMath>
                </a14:m>
                <a:r>
                  <a:rPr lang="ko-KR" altLang="en-US" sz="1600" dirty="0">
                    <a:latin typeface="+mj-ea"/>
                    <a:ea typeface="+mj-ea"/>
                  </a:rPr>
                  <a:t>지추론</a:t>
                </a:r>
                <a:r>
                  <a:rPr lang="en-US" altLang="ko-KR" sz="1600" dirty="0">
                    <a:latin typeface="+mj-ea"/>
                    <a:ea typeface="+mj-ea"/>
                  </a:rPr>
                  <a:t> </a:t>
                </a:r>
                <a:endParaRPr lang="ko-KR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B74EDB-B979-E2D6-F789-9C08C58AD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89" y="3427515"/>
                <a:ext cx="1454727" cy="343235"/>
              </a:xfrm>
              <a:prstGeom prst="rect">
                <a:avLst/>
              </a:prstGeom>
              <a:blipFill>
                <a:blip r:embed="rId5"/>
                <a:stretch>
                  <a:fillRect t="-3390" b="-1694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7539DD3-BD8B-3C3C-7855-EDFE11EC9508}"/>
              </a:ext>
            </a:extLst>
          </p:cNvPr>
          <p:cNvCxnSpPr>
            <a:cxnSpLocks/>
          </p:cNvCxnSpPr>
          <p:nvPr/>
        </p:nvCxnSpPr>
        <p:spPr>
          <a:xfrm>
            <a:off x="7595450" y="3184192"/>
            <a:ext cx="5802" cy="26101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7B3FF8-C29B-DC9F-0CFF-136CCE724986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4589620" y="1160086"/>
            <a:ext cx="21555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CAF8D8-B7DF-FE34-1259-0E25D79BD85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4078733" y="1329363"/>
            <a:ext cx="1" cy="36998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059A4A-0F2F-B1A0-2348-EB1BD06BFA4B}"/>
                  </a:ext>
                </a:extLst>
              </p:cNvPr>
              <p:cNvSpPr txBox="1"/>
              <p:nvPr/>
            </p:nvSpPr>
            <p:spPr>
              <a:xfrm>
                <a:off x="6868086" y="4031766"/>
                <a:ext cx="1454727" cy="34323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sz="1600" dirty="0">
                    <a:latin typeface="+mj-ea"/>
                    <a:ea typeface="+mj-ea"/>
                  </a:rPr>
                  <a:t>계산</a:t>
                </a:r>
                <a:r>
                  <a:rPr lang="en-US" altLang="ko-KR" sz="1600" dirty="0">
                    <a:latin typeface="+mj-ea"/>
                    <a:ea typeface="+mj-ea"/>
                  </a:rPr>
                  <a:t> </a:t>
                </a:r>
                <a:endParaRPr lang="ko-KR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059A4A-0F2F-B1A0-2348-EB1BD06BF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086" y="4031766"/>
                <a:ext cx="1454727" cy="343235"/>
              </a:xfrm>
              <a:prstGeom prst="rect">
                <a:avLst/>
              </a:prstGeom>
              <a:blipFill>
                <a:blip r:embed="rId6"/>
                <a:stretch>
                  <a:fillRect t="-3390" b="-1694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7CDD670-A6DD-FAFC-B4C9-B2F988F48E07}"/>
              </a:ext>
            </a:extLst>
          </p:cNvPr>
          <p:cNvCxnSpPr>
            <a:cxnSpLocks/>
          </p:cNvCxnSpPr>
          <p:nvPr/>
        </p:nvCxnSpPr>
        <p:spPr>
          <a:xfrm>
            <a:off x="7589647" y="3788443"/>
            <a:ext cx="5802" cy="26101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F7EF8-8FAA-1E34-6226-34D57BE3571D}"/>
                  </a:ext>
                </a:extLst>
              </p:cNvPr>
              <p:cNvSpPr txBox="1"/>
              <p:nvPr/>
            </p:nvSpPr>
            <p:spPr>
              <a:xfrm>
                <a:off x="6862283" y="4618324"/>
                <a:ext cx="1454727" cy="34323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sz="1600" dirty="0">
                    <a:latin typeface="+mj-ea"/>
                    <a:ea typeface="+mj-ea"/>
                  </a:rPr>
                  <a:t> </a:t>
                </a:r>
                <a:r>
                  <a:rPr lang="ko-KR" altLang="en-US" sz="1600" dirty="0">
                    <a:latin typeface="+mj-ea"/>
                    <a:ea typeface="+mj-ea"/>
                  </a:rPr>
                  <a:t>비퍼지화</a:t>
                </a:r>
                <a:endParaRPr lang="ko-KR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F7EF8-8FAA-1E34-6226-34D57BE3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83" y="4618324"/>
                <a:ext cx="1454727" cy="343235"/>
              </a:xfrm>
              <a:prstGeom prst="rect">
                <a:avLst/>
              </a:prstGeom>
              <a:blipFill>
                <a:blip r:embed="rId7"/>
                <a:stretch>
                  <a:fillRect t="-3448" b="-1896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EB50CBC-3EFF-EE29-E37A-45DF716AA7E5}"/>
              </a:ext>
            </a:extLst>
          </p:cNvPr>
          <p:cNvCxnSpPr>
            <a:cxnSpLocks/>
          </p:cNvCxnSpPr>
          <p:nvPr/>
        </p:nvCxnSpPr>
        <p:spPr>
          <a:xfrm>
            <a:off x="7583844" y="4375001"/>
            <a:ext cx="5802" cy="26101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104E6A9-8116-3766-3162-F302AC67DFD2}"/>
              </a:ext>
            </a:extLst>
          </p:cNvPr>
          <p:cNvSpPr txBox="1"/>
          <p:nvPr/>
        </p:nvSpPr>
        <p:spPr>
          <a:xfrm>
            <a:off x="3347906" y="4497553"/>
            <a:ext cx="1461655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Make Rudder</a:t>
            </a:r>
            <a:r>
              <a:rPr lang="ko-KR" altLang="en-US" sz="1600" dirty="0"/>
              <a:t> </a:t>
            </a:r>
            <a:r>
              <a:rPr lang="en-US" altLang="ko-KR" sz="1600" dirty="0"/>
              <a:t>PGN</a:t>
            </a:r>
            <a:endParaRPr lang="ko-KR" altLang="en-US" sz="16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2367F31-4AA3-24FF-F127-3A5CCF6D0D05}"/>
              </a:ext>
            </a:extLst>
          </p:cNvPr>
          <p:cNvCxnSpPr>
            <a:stCxn id="26" idx="1"/>
            <a:endCxn id="28" idx="3"/>
          </p:cNvCxnSpPr>
          <p:nvPr/>
        </p:nvCxnSpPr>
        <p:spPr>
          <a:xfrm flipH="1" flipV="1">
            <a:off x="4809561" y="4789941"/>
            <a:ext cx="205272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CA7272-BEB3-C4E7-D96F-C2AF2CCB2899}"/>
                  </a:ext>
                </a:extLst>
              </p:cNvPr>
              <p:cNvSpPr txBox="1"/>
              <p:nvPr/>
            </p:nvSpPr>
            <p:spPr>
              <a:xfrm>
                <a:off x="3236466" y="5451553"/>
                <a:ext cx="1684537" cy="70788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2000" dirty="0"/>
                  <a:t> Network</a:t>
                </a:r>
              </a:p>
              <a:p>
                <a:pPr algn="ctr"/>
                <a:r>
                  <a:rPr lang="en-US" altLang="ko-KR" sz="2000" dirty="0"/>
                  <a:t>Data send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CA7272-BEB3-C4E7-D96F-C2AF2CCB2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466" y="5451553"/>
                <a:ext cx="1684537" cy="707886"/>
              </a:xfrm>
              <a:prstGeom prst="rect">
                <a:avLst/>
              </a:prstGeom>
              <a:blipFill>
                <a:blip r:embed="rId8"/>
                <a:stretch>
                  <a:fillRect t="-3390" r="-1799" b="-135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B31B1E9-D0BE-BC30-5089-BB645BFB1F56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4078733" y="5079265"/>
            <a:ext cx="2" cy="37228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291B2D57-D661-B934-2D31-2383A41D6B15}"/>
              </a:ext>
            </a:extLst>
          </p:cNvPr>
          <p:cNvCxnSpPr>
            <a:cxnSpLocks/>
            <a:endCxn id="37" idx="0"/>
          </p:cNvCxnSpPr>
          <p:nvPr/>
        </p:nvCxnSpPr>
        <p:spPr>
          <a:xfrm rot="10800000" flipV="1">
            <a:off x="2240974" y="1467510"/>
            <a:ext cx="1837763" cy="231837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CF73C68-9ACD-ACD5-EE27-C4FEB4BBD591}"/>
              </a:ext>
            </a:extLst>
          </p:cNvPr>
          <p:cNvSpPr txBox="1"/>
          <p:nvPr/>
        </p:nvSpPr>
        <p:spPr>
          <a:xfrm>
            <a:off x="1714500" y="1699348"/>
            <a:ext cx="1052945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수동</a:t>
            </a:r>
            <a:r>
              <a:rPr lang="en-US" altLang="ko-KR" sz="1600" dirty="0"/>
              <a:t> </a:t>
            </a:r>
            <a:r>
              <a:rPr lang="ko-KR" altLang="en-US" sz="1600" dirty="0"/>
              <a:t>선택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CA0C0187-4304-EBF9-632B-03DDE7F63D97}"/>
              </a:ext>
            </a:extLst>
          </p:cNvPr>
          <p:cNvCxnSpPr>
            <a:cxnSpLocks/>
            <a:stCxn id="37" idx="2"/>
            <a:endCxn id="28" idx="0"/>
          </p:cNvCxnSpPr>
          <p:nvPr/>
        </p:nvCxnSpPr>
        <p:spPr>
          <a:xfrm rot="16200000" flipH="1">
            <a:off x="1930028" y="2348846"/>
            <a:ext cx="2459651" cy="183776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C0C46F6-5C71-9BB0-0DC5-0246059A3701}"/>
              </a:ext>
            </a:extLst>
          </p:cNvPr>
          <p:cNvSpPr txBox="1"/>
          <p:nvPr/>
        </p:nvSpPr>
        <p:spPr>
          <a:xfrm>
            <a:off x="1305790" y="4494490"/>
            <a:ext cx="1461655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Throttle</a:t>
            </a:r>
            <a:r>
              <a:rPr lang="ko-KR" altLang="en-US" sz="1600" dirty="0"/>
              <a:t> </a:t>
            </a:r>
            <a:r>
              <a:rPr lang="en-US" altLang="ko-KR" sz="1600" dirty="0"/>
              <a:t>compensator</a:t>
            </a:r>
            <a:r>
              <a:rPr lang="ko-KR" altLang="en-US" sz="1600" dirty="0"/>
              <a:t> 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E864937-06AB-84FF-E304-DC37CA931E12}"/>
              </a:ext>
            </a:extLst>
          </p:cNvPr>
          <p:cNvCxnSpPr>
            <a:stCxn id="45" idx="3"/>
            <a:endCxn id="28" idx="1"/>
          </p:cNvCxnSpPr>
          <p:nvPr/>
        </p:nvCxnSpPr>
        <p:spPr>
          <a:xfrm>
            <a:off x="2767445" y="4786878"/>
            <a:ext cx="580461" cy="306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2DEC868-1908-442A-F2A1-ABCFD469FF92}"/>
              </a:ext>
            </a:extLst>
          </p:cNvPr>
          <p:cNvSpPr txBox="1"/>
          <p:nvPr/>
        </p:nvSpPr>
        <p:spPr>
          <a:xfrm>
            <a:off x="1305790" y="5511117"/>
            <a:ext cx="1461655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Make Throttle PGN</a:t>
            </a:r>
            <a:endParaRPr lang="ko-KR" altLang="en-US" sz="16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C5D4EB3-0162-892A-B904-DC5400C3ECA3}"/>
              </a:ext>
            </a:extLst>
          </p:cNvPr>
          <p:cNvCxnSpPr>
            <a:stCxn id="45" idx="2"/>
            <a:endCxn id="52" idx="0"/>
          </p:cNvCxnSpPr>
          <p:nvPr/>
        </p:nvCxnSpPr>
        <p:spPr>
          <a:xfrm>
            <a:off x="2036618" y="5079265"/>
            <a:ext cx="0" cy="4318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47D7942-1F6B-9BD1-0CF8-8233EC6EBA20}"/>
              </a:ext>
            </a:extLst>
          </p:cNvPr>
          <p:cNvCxnSpPr>
            <a:stCxn id="52" idx="3"/>
            <a:endCxn id="32" idx="1"/>
          </p:cNvCxnSpPr>
          <p:nvPr/>
        </p:nvCxnSpPr>
        <p:spPr>
          <a:xfrm>
            <a:off x="2767445" y="5803505"/>
            <a:ext cx="469021" cy="19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885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63D6B-28BC-DB12-AEE4-22D32294B4BC}"/>
              </a:ext>
            </a:extLst>
          </p:cNvPr>
          <p:cNvSpPr txBox="1"/>
          <p:nvPr/>
        </p:nvSpPr>
        <p:spPr>
          <a:xfrm>
            <a:off x="1423555" y="329443"/>
            <a:ext cx="4289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3.5  </a:t>
            </a:r>
            <a:r>
              <a:rPr lang="ko-KR" altLang="en-US" sz="2800" dirty="0">
                <a:solidFill>
                  <a:srgbClr val="FFFF00"/>
                </a:solidFill>
              </a:rPr>
              <a:t>알고리즘에 의한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34E6D-8F6D-10CF-CB30-B4F32994B164}"/>
                  </a:ext>
                </a:extLst>
              </p:cNvPr>
              <p:cNvSpPr txBox="1"/>
              <p:nvPr/>
            </p:nvSpPr>
            <p:spPr>
              <a:xfrm>
                <a:off x="1526621" y="852663"/>
                <a:ext cx="9903737" cy="617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Ex1: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3,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3.5 </a:t>
                </a:r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테이블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구간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입력이  </a:t>
                </a:r>
                <a:r>
                  <a:rPr lang="en-US" altLang="ko-KR" dirty="0"/>
                  <a:t>PS, PS</a:t>
                </a:r>
                <a:r>
                  <a:rPr lang="ko-KR" altLang="en-US" dirty="0"/>
                  <a:t>때  간략추론으로 출력은 </a:t>
                </a:r>
                <a:r>
                  <a:rPr lang="en-US" altLang="ko-KR" dirty="0"/>
                  <a:t>PM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PSa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US" altLang="ko-KR" dirty="0"/>
                  <a:t>   Min(0.6, 0.7) =  0.6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PM =10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PSb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+1=−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+1 = 0.4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+1=0.3</m:t>
                    </m:r>
                  </m:oMath>
                </a14:m>
                <a:r>
                  <a:rPr lang="ko-KR" altLang="en-US" dirty="0"/>
                  <a:t>  </a:t>
                </a:r>
                <a:r>
                  <a:rPr lang="en-US" altLang="ko-KR" dirty="0"/>
                  <a:t>Min(0.4, 0.3) = 0.3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PM =10</a:t>
                </a:r>
              </a:p>
              <a:p>
                <a:r>
                  <a:rPr lang="ko-KR" altLang="en-US" dirty="0"/>
                  <a:t>최종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추론 결과는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 ∗10+0.3 ∗10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0.6+0.3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10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 STBD 10 </a:t>
                </a:r>
                <a:r>
                  <a:rPr lang="ko-KR" altLang="en-US" dirty="0"/>
                  <a:t>도 로 제어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Ex2: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0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dead band </a:t>
                </a:r>
                <a:r>
                  <a:rPr lang="ko-KR" altLang="en-US" dirty="0"/>
                  <a:t>내</a:t>
                </a:r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1.5 </a:t>
                </a:r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테이블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에서 출력 </a:t>
                </a:r>
                <a:r>
                  <a:rPr lang="en-US" altLang="ko-KR" dirty="0"/>
                  <a:t>PS = 5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PSa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   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US" altLang="ko-KR" dirty="0"/>
                  <a:t>   Min(0, 0.3) =  0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=0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PSb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+1=</m:t>
                    </m:r>
                  </m:oMath>
                </a14:m>
                <a:r>
                  <a:rPr lang="en-US" altLang="ko-KR" dirty="0"/>
                  <a:t>1 = 1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+1=0.</m:t>
                    </m:r>
                  </m:oMath>
                </a14:m>
                <a:r>
                  <a:rPr lang="en-US" altLang="ko-KR" dirty="0"/>
                  <a:t>7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Min(1, 0.7) = 0.7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=5</a:t>
                </a:r>
              </a:p>
              <a:p>
                <a:r>
                  <a:rPr lang="ko-KR" altLang="en-US" dirty="0"/>
                  <a:t>최종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추론 결과는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 ∗5+0.7 ∗5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0.+0.7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5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 STBD 5 </a:t>
                </a:r>
                <a:r>
                  <a:rPr lang="ko-KR" altLang="en-US" dirty="0"/>
                  <a:t>도 로 제어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34E6D-8F6D-10CF-CB30-B4F32994B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21" y="852663"/>
                <a:ext cx="9903737" cy="6177460"/>
              </a:xfrm>
              <a:prstGeom prst="rect">
                <a:avLst/>
              </a:prstGeom>
              <a:blipFill>
                <a:blip r:embed="rId2"/>
                <a:stretch>
                  <a:fillRect l="-492" t="-6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211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F65A8-7290-5A61-E3FF-D3162EBA4B91}"/>
                  </a:ext>
                </a:extLst>
              </p:cNvPr>
              <p:cNvSpPr txBox="1"/>
              <p:nvPr/>
            </p:nvSpPr>
            <p:spPr>
              <a:xfrm>
                <a:off x="1221127" y="916312"/>
                <a:ext cx="10075763" cy="5900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Ex3: </a:t>
                </a:r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2,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1.5 </a:t>
                </a:r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테이블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구간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입력이  </a:t>
                </a:r>
                <a:r>
                  <a:rPr lang="en-US" altLang="ko-KR" dirty="0"/>
                  <a:t>PS, PS</a:t>
                </a:r>
                <a:r>
                  <a:rPr lang="ko-KR" altLang="en-US" dirty="0"/>
                  <a:t>때 출력은 </a:t>
                </a:r>
                <a:r>
                  <a:rPr lang="en-US" altLang="ko-KR" dirty="0"/>
                  <a:t>PS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PSa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altLang="ko-KR" dirty="0"/>
                  <a:t>3   Min(0.4, 0.3) =  0.3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=5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PSb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+1=−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+1 = 0.6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+1=0.7</m:t>
                    </m:r>
                  </m:oMath>
                </a14:m>
                <a:r>
                  <a:rPr lang="ko-KR" altLang="en-US" dirty="0"/>
                  <a:t>  </a:t>
                </a:r>
                <a:r>
                  <a:rPr lang="en-US" altLang="ko-KR" dirty="0"/>
                  <a:t>Min(0.6, 0.7) = 0.6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=5</a:t>
                </a:r>
              </a:p>
              <a:p>
                <a:r>
                  <a:rPr lang="ko-KR" altLang="en-US" dirty="0"/>
                  <a:t>최종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추론 결과는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 ∗5+0.3 ∗5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0.6+0.3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5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 STBD 5 </a:t>
                </a:r>
                <a:r>
                  <a:rPr lang="ko-KR" altLang="en-US" dirty="0"/>
                  <a:t>도 로 제어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>
                    <a:solidFill>
                      <a:srgbClr val="FF0000"/>
                    </a:solidFill>
                  </a:rPr>
                  <a:t>Ex4: </a:t>
                </a:r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8,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-1.5 </a:t>
                </a:r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테이블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구간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출력</a:t>
                </a:r>
                <a:r>
                  <a:rPr lang="en-US" altLang="ko-KR" dirty="0"/>
                  <a:t> PS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PSa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−1=0.6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−1.5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+1=0.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altLang="ko-KR" dirty="0"/>
                  <a:t>   Min(0.6, 0.7) =  0.6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=5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PSb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+2=−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+2 = 0.6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−1.5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ko-KR" altLang="en-US" dirty="0"/>
                  <a:t>  </a:t>
                </a:r>
                <a:r>
                  <a:rPr lang="en-US" altLang="ko-KR" dirty="0"/>
                  <a:t>Min(0.6, 0.3) = 0.3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PS =5</a:t>
                </a:r>
              </a:p>
              <a:p>
                <a:r>
                  <a:rPr lang="ko-KR" altLang="en-US" dirty="0"/>
                  <a:t>최종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추론 결과는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 ∗5+0.3 ∗5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0.6+0.3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5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 STBD 5 </a:t>
                </a:r>
                <a:r>
                  <a:rPr lang="ko-KR" altLang="en-US" dirty="0"/>
                  <a:t>도 로 제어</a:t>
                </a:r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F65A8-7290-5A61-E3FF-D3162EBA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127" y="916312"/>
                <a:ext cx="10075763" cy="5900461"/>
              </a:xfrm>
              <a:prstGeom prst="rect">
                <a:avLst/>
              </a:prstGeom>
              <a:blipFill>
                <a:blip r:embed="rId2"/>
                <a:stretch>
                  <a:fillRect l="-484" t="-620" b="-29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15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7064B-9118-DD26-E438-C87F44628E07}"/>
                  </a:ext>
                </a:extLst>
              </p:cNvPr>
              <p:cNvSpPr txBox="1"/>
              <p:nvPr/>
            </p:nvSpPr>
            <p:spPr>
              <a:xfrm>
                <a:off x="1279001" y="418602"/>
                <a:ext cx="9751671" cy="2719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Ex3: </a:t>
                </a:r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8,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dirty="0"/>
                  <a:t>가 </a:t>
                </a:r>
                <a:r>
                  <a:rPr lang="en-US" altLang="ko-KR" dirty="0"/>
                  <a:t>1.5 </a:t>
                </a:r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테이블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에서 출력은 </a:t>
                </a:r>
                <a:r>
                  <a:rPr lang="en-US" altLang="ko-KR" dirty="0"/>
                  <a:t>PB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PSa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−1=0.6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altLang="ko-KR" dirty="0"/>
                  <a:t>3   Min(0.6, 0.3) =  0.3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PB =15</a:t>
                </a:r>
              </a:p>
              <a:p>
                <a:endParaRPr lang="en-US" altLang="ko-KR" dirty="0"/>
              </a:p>
              <a:p>
                <a:r>
                  <a:rPr lang="en-US" altLang="ko-KR" dirty="0" err="1"/>
                  <a:t>PSb</a:t>
                </a: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+2=−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+2 = 0.4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+1=0.7</m:t>
                    </m:r>
                  </m:oMath>
                </a14:m>
                <a:r>
                  <a:rPr lang="ko-KR" altLang="en-US" dirty="0"/>
                  <a:t>  </a:t>
                </a:r>
                <a:r>
                  <a:rPr lang="en-US" altLang="ko-KR" dirty="0"/>
                  <a:t>Min(0.4, 0.7) = 0.4</a:t>
                </a:r>
              </a:p>
              <a:p>
                <a:r>
                  <a:rPr lang="ko-KR" altLang="en-US" dirty="0"/>
                  <a:t>출력 </a:t>
                </a:r>
                <a:r>
                  <a:rPr lang="en-US" altLang="ko-KR" dirty="0"/>
                  <a:t>PB =15</a:t>
                </a:r>
              </a:p>
              <a:p>
                <a:r>
                  <a:rPr lang="ko-KR" altLang="en-US" dirty="0"/>
                  <a:t>최종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추론 결과는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0.3 ∗15+0.4 ∗15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0.3+0.4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15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 STBD 15 </a:t>
                </a:r>
                <a:r>
                  <a:rPr lang="ko-KR" altLang="en-US" dirty="0"/>
                  <a:t>도 로 제어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7064B-9118-DD26-E438-C87F44628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001" y="418602"/>
                <a:ext cx="9751671" cy="2719399"/>
              </a:xfrm>
              <a:prstGeom prst="rect">
                <a:avLst/>
              </a:prstGeom>
              <a:blipFill>
                <a:blip r:embed="rId2"/>
                <a:stretch>
                  <a:fillRect l="-563" t="-1570" b="-177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542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973F4-C7EC-59A3-0948-C77A6C696417}"/>
              </a:ext>
            </a:extLst>
          </p:cNvPr>
          <p:cNvSpPr txBox="1"/>
          <p:nvPr/>
        </p:nvSpPr>
        <p:spPr>
          <a:xfrm>
            <a:off x="1423555" y="329443"/>
            <a:ext cx="3113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3.6  </a:t>
            </a:r>
            <a:r>
              <a:rPr lang="ko-KR" altLang="en-US" sz="2800" dirty="0">
                <a:solidFill>
                  <a:srgbClr val="FFFF00"/>
                </a:solidFill>
              </a:rPr>
              <a:t>전체 알고리즘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14AEA-2869-BE54-0855-F30C7002F10A}"/>
              </a:ext>
            </a:extLst>
          </p:cNvPr>
          <p:cNvSpPr txBox="1"/>
          <p:nvPr/>
        </p:nvSpPr>
        <p:spPr>
          <a:xfrm>
            <a:off x="793635" y="2275840"/>
            <a:ext cx="1924501" cy="12003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NMEA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</a:p>
          <a:p>
            <a:r>
              <a:rPr lang="en-US" altLang="ko-KR" dirty="0"/>
              <a:t>Read: Ref HD</a:t>
            </a:r>
          </a:p>
          <a:p>
            <a:r>
              <a:rPr lang="en-US" altLang="ko-KR" dirty="0"/>
              <a:t> </a:t>
            </a:r>
            <a:r>
              <a:rPr lang="ko-KR" altLang="en-US" sz="1600" dirty="0"/>
              <a:t>현재</a:t>
            </a:r>
            <a:r>
              <a:rPr lang="ko-KR" altLang="en-US" dirty="0"/>
              <a:t> </a:t>
            </a:r>
            <a:r>
              <a:rPr lang="en-US" altLang="ko-KR" dirty="0"/>
              <a:t>HD, </a:t>
            </a:r>
            <a:r>
              <a:rPr lang="ko-KR" altLang="en-US" sz="1600" dirty="0" err="1"/>
              <a:t>현재타각</a:t>
            </a:r>
            <a:endParaRPr lang="en-US" altLang="ko-KR" dirty="0"/>
          </a:p>
          <a:p>
            <a:r>
              <a:rPr lang="ko-KR" altLang="en-US" sz="1600" dirty="0"/>
              <a:t>현재</a:t>
            </a:r>
            <a:r>
              <a:rPr lang="ko-KR" altLang="en-US" dirty="0"/>
              <a:t> </a:t>
            </a:r>
            <a:r>
              <a:rPr lang="en-US" altLang="ko-KR" dirty="0" err="1"/>
              <a:t>RoT</a:t>
            </a:r>
            <a:r>
              <a:rPr lang="en-US" altLang="ko-KR" dirty="0"/>
              <a:t>, sea state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FC64D-AEC4-5CF6-D7DC-3265D395E957}"/>
              </a:ext>
            </a:extLst>
          </p:cNvPr>
          <p:cNvSpPr txBox="1"/>
          <p:nvPr/>
        </p:nvSpPr>
        <p:spPr>
          <a:xfrm>
            <a:off x="793634" y="4018280"/>
            <a:ext cx="2423484" cy="1446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설정에서</a:t>
            </a:r>
            <a:endParaRPr lang="en-US" altLang="ko-KR" dirty="0"/>
          </a:p>
          <a:p>
            <a:r>
              <a:rPr lang="en-US" altLang="ko-KR" dirty="0"/>
              <a:t>Read: </a:t>
            </a:r>
            <a:r>
              <a:rPr lang="ko-KR" altLang="en-US" sz="1600" dirty="0"/>
              <a:t>제어모드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sz="1600" dirty="0"/>
              <a:t>dead band, LM/HM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해상상태</a:t>
            </a:r>
            <a:r>
              <a:rPr lang="en-US" altLang="ko-KR" sz="1600" dirty="0"/>
              <a:t>(calm, moderate,</a:t>
            </a:r>
          </a:p>
          <a:p>
            <a:r>
              <a:rPr lang="en-US" altLang="ko-KR" sz="1600" dirty="0"/>
              <a:t>Rough)</a:t>
            </a:r>
            <a:endParaRPr lang="ko-KR" altLang="en-US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FD6F1824-98AE-47D1-F501-CFE39FD7E319}"/>
              </a:ext>
            </a:extLst>
          </p:cNvPr>
          <p:cNvCxnSpPr>
            <a:stCxn id="3" idx="3"/>
          </p:cNvCxnSpPr>
          <p:nvPr/>
        </p:nvCxnSpPr>
        <p:spPr>
          <a:xfrm>
            <a:off x="2718136" y="2876005"/>
            <a:ext cx="654984" cy="86287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F0F1AB3-C196-E120-DFC7-1E1B7A816653}"/>
              </a:ext>
            </a:extLst>
          </p:cNvPr>
          <p:cNvCxnSpPr>
            <a:cxnSpLocks/>
            <a:stCxn id="4" idx="3"/>
            <a:endCxn id="9" idx="4"/>
          </p:cNvCxnSpPr>
          <p:nvPr/>
        </p:nvCxnSpPr>
        <p:spPr>
          <a:xfrm flipV="1">
            <a:off x="3217118" y="3820160"/>
            <a:ext cx="166162" cy="92139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E80BB1C7-F00B-6A00-B30B-4F395D740F47}"/>
              </a:ext>
            </a:extLst>
          </p:cNvPr>
          <p:cNvSpPr/>
          <p:nvPr/>
        </p:nvSpPr>
        <p:spPr>
          <a:xfrm>
            <a:off x="3332480" y="3718560"/>
            <a:ext cx="101600" cy="10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6F5C4-099A-812A-1B0B-741076D48648}"/>
                  </a:ext>
                </a:extLst>
              </p:cNvPr>
              <p:cNvSpPr txBox="1"/>
              <p:nvPr/>
            </p:nvSpPr>
            <p:spPr>
              <a:xfrm>
                <a:off x="3781986" y="3439160"/>
                <a:ext cx="2019912" cy="64633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제어기 출력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계산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6F5C4-099A-812A-1B0B-741076D4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986" y="3439160"/>
                <a:ext cx="2019912" cy="646331"/>
              </a:xfrm>
              <a:prstGeom prst="rect">
                <a:avLst/>
              </a:prstGeom>
              <a:blipFill>
                <a:blip r:embed="rId2"/>
                <a:stretch>
                  <a:fillRect l="-2096" t="-463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D6D7A21-45E8-E6BC-BCE2-A81DA560BC54}"/>
              </a:ext>
            </a:extLst>
          </p:cNvPr>
          <p:cNvCxnSpPr>
            <a:stCxn id="9" idx="6"/>
            <a:endCxn id="11" idx="1"/>
          </p:cNvCxnSpPr>
          <p:nvPr/>
        </p:nvCxnSpPr>
        <p:spPr>
          <a:xfrm flipV="1">
            <a:off x="3434080" y="3762326"/>
            <a:ext cx="347906" cy="70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50C976-F7CF-0BCD-60AE-B57380FE1844}"/>
              </a:ext>
            </a:extLst>
          </p:cNvPr>
          <p:cNvSpPr txBox="1"/>
          <p:nvPr/>
        </p:nvSpPr>
        <p:spPr>
          <a:xfrm>
            <a:off x="6149804" y="3018969"/>
            <a:ext cx="1682833" cy="1477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Dead band</a:t>
            </a:r>
          </a:p>
          <a:p>
            <a:r>
              <a:rPr lang="en-US" altLang="ko-KR" dirty="0"/>
              <a:t>Integral wind up</a:t>
            </a:r>
          </a:p>
          <a:p>
            <a:r>
              <a:rPr lang="en-US" altLang="ko-KR" dirty="0"/>
              <a:t>Low Limiter</a:t>
            </a:r>
          </a:p>
          <a:p>
            <a:r>
              <a:rPr lang="en-US" altLang="ko-KR" dirty="0"/>
              <a:t>Hugh Limiter</a:t>
            </a:r>
          </a:p>
          <a:p>
            <a:r>
              <a:rPr lang="en-US" altLang="ko-KR" dirty="0"/>
              <a:t>Scale Factor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5D36B1-9271-BCE5-57EF-F212F7C3F4F2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5801898" y="3757633"/>
            <a:ext cx="347906" cy="46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6E15B9-76B9-80A3-26D2-A33D11D94342}"/>
              </a:ext>
            </a:extLst>
          </p:cNvPr>
          <p:cNvSpPr txBox="1"/>
          <p:nvPr/>
        </p:nvSpPr>
        <p:spPr>
          <a:xfrm>
            <a:off x="6599125" y="2649637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Limiter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A573EB-F4DB-45F8-A8AC-0F2490FDE9B0}"/>
                  </a:ext>
                </a:extLst>
              </p:cNvPr>
              <p:cNvSpPr txBox="1"/>
              <p:nvPr/>
            </p:nvSpPr>
            <p:spPr>
              <a:xfrm>
                <a:off x="8291333" y="3436034"/>
                <a:ext cx="1172116" cy="64633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최종출력</a:t>
                </a:r>
                <a:r>
                  <a:rPr lang="en-US" altLang="ko-KR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A573EB-F4DB-45F8-A8AC-0F2490FDE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333" y="3436034"/>
                <a:ext cx="1172116" cy="646331"/>
              </a:xfrm>
              <a:prstGeom prst="rect">
                <a:avLst/>
              </a:prstGeom>
              <a:blipFill>
                <a:blip r:embed="rId3"/>
                <a:stretch>
                  <a:fillRect l="-3608" t="-555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5628849-0CE3-EA31-2E8F-EBBCA7C96443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7832637" y="3757633"/>
            <a:ext cx="458696" cy="15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A6E6744-C253-FCCC-3D81-40DCF05777E1}"/>
              </a:ext>
            </a:extLst>
          </p:cNvPr>
          <p:cNvSpPr txBox="1"/>
          <p:nvPr/>
        </p:nvSpPr>
        <p:spPr>
          <a:xfrm>
            <a:off x="9918311" y="3439160"/>
            <a:ext cx="169950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NMEA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</a:p>
          <a:p>
            <a:r>
              <a:rPr lang="en-US" altLang="ko-KR" dirty="0"/>
              <a:t>Send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dirty="0" err="1"/>
              <a:t>타각명령</a:t>
            </a:r>
            <a:r>
              <a:rPr lang="en-US" altLang="ko-KR" sz="1600" dirty="0"/>
              <a:t> </a:t>
            </a:r>
            <a:endParaRPr lang="en-US" altLang="ko-KR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02E85C4-1D9F-2970-0C22-2ADB81245496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9463449" y="3759200"/>
            <a:ext cx="454862" cy="3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C1DBD3-A61E-745A-AEAD-C16E66CF0622}"/>
              </a:ext>
            </a:extLst>
          </p:cNvPr>
          <p:cNvSpPr txBox="1"/>
          <p:nvPr/>
        </p:nvSpPr>
        <p:spPr>
          <a:xfrm>
            <a:off x="9926516" y="4295278"/>
            <a:ext cx="2103268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NMEA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</a:p>
          <a:p>
            <a:r>
              <a:rPr lang="en-US" altLang="ko-KR" dirty="0"/>
              <a:t>Send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sz="1600" dirty="0"/>
              <a:t>throttle control</a:t>
            </a:r>
            <a:r>
              <a:rPr lang="ko-KR" altLang="en-US" sz="1600" dirty="0"/>
              <a:t> </a:t>
            </a:r>
            <a:r>
              <a:rPr lang="en-US" altLang="ko-KR" sz="1600" dirty="0"/>
              <a:t> </a:t>
            </a:r>
            <a:endParaRPr lang="en-US" altLang="ko-KR" dirty="0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4E534137-89E8-2896-C3A0-C98FFB652F87}"/>
              </a:ext>
            </a:extLst>
          </p:cNvPr>
          <p:cNvCxnSpPr>
            <a:endCxn id="27" idx="1"/>
          </p:cNvCxnSpPr>
          <p:nvPr/>
        </p:nvCxnSpPr>
        <p:spPr>
          <a:xfrm rot="16200000" flipH="1">
            <a:off x="9382397" y="4074325"/>
            <a:ext cx="852602" cy="23563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25CCA7-A5D1-CA57-2A8F-4D8A67D1A659}"/>
              </a:ext>
            </a:extLst>
          </p:cNvPr>
          <p:cNvSpPr txBox="1"/>
          <p:nvPr/>
        </p:nvSpPr>
        <p:spPr>
          <a:xfrm>
            <a:off x="3434080" y="5209044"/>
            <a:ext cx="1955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Scale Factor </a:t>
            </a:r>
            <a:r>
              <a:rPr lang="ko-KR" altLang="en-US" dirty="0"/>
              <a:t>조정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Calm =0.1 </a:t>
            </a:r>
          </a:p>
          <a:p>
            <a:r>
              <a:rPr lang="en-US" altLang="ko-KR" dirty="0"/>
              <a:t>Moderate</a:t>
            </a:r>
            <a:r>
              <a:rPr lang="ko-KR" altLang="en-US" dirty="0"/>
              <a:t> </a:t>
            </a:r>
            <a:r>
              <a:rPr lang="en-US" altLang="ko-KR" dirty="0"/>
              <a:t>= 0.5</a:t>
            </a:r>
          </a:p>
          <a:p>
            <a:r>
              <a:rPr lang="en-US" altLang="ko-KR" dirty="0"/>
              <a:t>Rough = 1.0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5138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BDF771-A488-D261-5D44-2EA83517464B}"/>
                  </a:ext>
                </a:extLst>
              </p:cNvPr>
              <p:cNvSpPr txBox="1"/>
              <p:nvPr/>
            </p:nvSpPr>
            <p:spPr>
              <a:xfrm>
                <a:off x="2898107" y="3766491"/>
                <a:ext cx="2750853" cy="738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BDF771-A488-D261-5D44-2EA835174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107" y="3766491"/>
                <a:ext cx="2750853" cy="7381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7902ED-C517-1A91-9AF4-205EB95F373B}"/>
                  </a:ext>
                </a:extLst>
              </p:cNvPr>
              <p:cNvSpPr txBox="1"/>
              <p:nvPr/>
            </p:nvSpPr>
            <p:spPr>
              <a:xfrm>
                <a:off x="2898107" y="5355989"/>
                <a:ext cx="20307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7902ED-C517-1A91-9AF4-205EB95F3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107" y="5355989"/>
                <a:ext cx="203074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3D04588-840F-8E53-8A56-44C2F60D6763}"/>
              </a:ext>
            </a:extLst>
          </p:cNvPr>
          <p:cNvSpPr txBox="1"/>
          <p:nvPr/>
        </p:nvSpPr>
        <p:spPr>
          <a:xfrm>
            <a:off x="1555635" y="583443"/>
            <a:ext cx="3831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3.7  </a:t>
            </a:r>
            <a:r>
              <a:rPr lang="ko-KR" altLang="en-US" sz="2800" dirty="0">
                <a:solidFill>
                  <a:srgbClr val="FFFF00"/>
                </a:solidFill>
              </a:rPr>
              <a:t>조타각과 </a:t>
            </a:r>
            <a:r>
              <a:rPr lang="ko-KR" altLang="en-US" sz="2800" dirty="0" err="1">
                <a:solidFill>
                  <a:srgbClr val="FFFF00"/>
                </a:solidFill>
              </a:rPr>
              <a:t>해딩각도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AB0E07-D3E3-B419-F00B-EFB915ECF9E9}"/>
                  </a:ext>
                </a:extLst>
              </p:cNvPr>
              <p:cNvSpPr txBox="1"/>
              <p:nvPr/>
            </p:nvSpPr>
            <p:spPr>
              <a:xfrm>
                <a:off x="1555635" y="1317345"/>
                <a:ext cx="10025565" cy="2568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노모토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모델에서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𝑇𝑆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여</m:t>
                    </m:r>
                  </m:oMath>
                </a14:m>
                <a:r>
                  <a:rPr lang="ko-KR" altLang="en-US" dirty="0"/>
                  <a:t>기서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𝑅𝑜𝑇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ko-KR" altLang="en-US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𝑟𝑢𝑑𝑑𝑒𝑟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𝑎𝑛𝑔𝑙𝑒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𝑅𝑢𝑑𝑑𝑒𝑟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𝑇𝑖𝑚𝑒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𝐶𝑜𝑛𝑠𝑡𝑎𝑛𝑡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b="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대형선박에서는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=118,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=7.8,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=18.5,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정</m:t>
                    </m:r>
                  </m:oMath>
                </a14:m>
                <a:r>
                  <a:rPr lang="ko-KR" altLang="en-US" dirty="0"/>
                  <a:t>도이며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 이며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약 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100~110</a:t>
                </a:r>
                <a:r>
                  <a:rPr lang="ko-KR" altLang="en-US" dirty="0"/>
                  <a:t>정도이다</a:t>
                </a:r>
                <a:r>
                  <a:rPr lang="en-US" altLang="ko-KR" dirty="0"/>
                  <a:t>. </a:t>
                </a:r>
                <a:r>
                  <a:rPr lang="ko-KR" altLang="en-US" dirty="0" err="1"/>
                  <a:t>셈플링타임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PGN127237 Heading/Track Control default update rate 250msec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 이므로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0.0025 ~0.0023 </a:t>
                </a:r>
                <a:r>
                  <a:rPr lang="ko-KR" altLang="en-US" dirty="0"/>
                  <a:t>이다</a:t>
                </a:r>
                <a:r>
                  <a:rPr lang="en-US" altLang="ko-KR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이식을 </a:t>
                </a:r>
                <a:r>
                  <a:rPr lang="ko-KR" altLang="en-US" dirty="0" err="1"/>
                  <a:t>이산화하면</a:t>
                </a:r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AB0E07-D3E3-B419-F00B-EFB915EC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635" y="1317345"/>
                <a:ext cx="10025565" cy="2568075"/>
              </a:xfrm>
              <a:prstGeom prst="rect">
                <a:avLst/>
              </a:prstGeom>
              <a:blipFill>
                <a:blip r:embed="rId4"/>
                <a:stretch>
                  <a:fillRect l="-486" b="-16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94CF342-F647-7CC0-D504-CAE56B6B807E}"/>
              </a:ext>
            </a:extLst>
          </p:cNvPr>
          <p:cNvSpPr txBox="1"/>
          <p:nvPr/>
        </p:nvSpPr>
        <p:spPr>
          <a:xfrm>
            <a:off x="1748433" y="3993181"/>
            <a:ext cx="55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RoT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3D09E-5C64-7E1C-3935-8502EAC74CA4}"/>
              </a:ext>
            </a:extLst>
          </p:cNvPr>
          <p:cNvSpPr txBox="1"/>
          <p:nvPr/>
        </p:nvSpPr>
        <p:spPr>
          <a:xfrm>
            <a:off x="1748433" y="535598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Headibng</a:t>
            </a:r>
            <a:r>
              <a:rPr lang="en-US" altLang="ko-KR" dirty="0"/>
              <a:t>: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C704F6-8480-A48E-6178-33D881C56CAC}"/>
                  </a:ext>
                </a:extLst>
              </p:cNvPr>
              <p:cNvSpPr txBox="1"/>
              <p:nvPr/>
            </p:nvSpPr>
            <p:spPr>
              <a:xfrm>
                <a:off x="2898107" y="4490176"/>
                <a:ext cx="2750853" cy="738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C704F6-8480-A48E-6178-33D881C56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107" y="4490176"/>
                <a:ext cx="2750853" cy="738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50EDB5-7EED-1F2A-AD94-E1AEC13F9F7C}"/>
                  </a:ext>
                </a:extLst>
              </p:cNvPr>
              <p:cNvSpPr txBox="1"/>
              <p:nvPr/>
            </p:nvSpPr>
            <p:spPr>
              <a:xfrm>
                <a:off x="5488733" y="4713574"/>
                <a:ext cx="5443253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0.0025 ~0.0023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50EDB5-7EED-1F2A-AD94-E1AEC13F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733" y="4713574"/>
                <a:ext cx="5443253" cy="3745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EEB5E-A061-796A-9B04-854E723B9395}"/>
                  </a:ext>
                </a:extLst>
              </p:cNvPr>
              <p:cNvSpPr txBox="1"/>
              <p:nvPr/>
            </p:nvSpPr>
            <p:spPr>
              <a:xfrm>
                <a:off x="4928856" y="5355989"/>
                <a:ext cx="1989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+0.25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EEB5E-A061-796A-9B04-854E723B9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856" y="5355989"/>
                <a:ext cx="1989904" cy="369332"/>
              </a:xfrm>
              <a:prstGeom prst="rect">
                <a:avLst/>
              </a:prstGeom>
              <a:blipFill>
                <a:blip r:embed="rId7"/>
                <a:stretch>
                  <a:fillRect l="-2761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340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8D8E0-A325-FF24-6F61-21F0BB764A79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FFFF00"/>
                </a:solidFill>
              </a:rPr>
              <a:t>4. </a:t>
            </a:r>
            <a:r>
              <a:rPr lang="ko-KR" altLang="en-US" dirty="0">
                <a:solidFill>
                  <a:srgbClr val="FFFF00"/>
                </a:solidFill>
              </a:rPr>
              <a:t>시뮬레이터</a:t>
            </a:r>
            <a:r>
              <a:rPr lang="en-US" altLang="ko-KR" dirty="0">
                <a:solidFill>
                  <a:srgbClr val="FFFF00"/>
                </a:solidFill>
              </a:rPr>
              <a:t> 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93A47-CC46-EE8A-C004-13CE4B45C360}"/>
              </a:ext>
            </a:extLst>
          </p:cNvPr>
          <p:cNvSpPr txBox="1"/>
          <p:nvPr/>
        </p:nvSpPr>
        <p:spPr>
          <a:xfrm>
            <a:off x="1892300" y="2438400"/>
            <a:ext cx="2233304" cy="878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4.1 </a:t>
            </a:r>
            <a:r>
              <a:rPr lang="ko-KR" altLang="en-US" dirty="0"/>
              <a:t>시뮬레이터 기능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4.2 </a:t>
            </a:r>
            <a:r>
              <a:rPr lang="ko-KR" altLang="en-US" dirty="0"/>
              <a:t>시뮬레이터 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7769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2013A1-44D5-8DD0-7F87-DEC7D7A989C6}"/>
              </a:ext>
            </a:extLst>
          </p:cNvPr>
          <p:cNvSpPr txBox="1"/>
          <p:nvPr/>
        </p:nvSpPr>
        <p:spPr>
          <a:xfrm>
            <a:off x="1423555" y="329443"/>
            <a:ext cx="3831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4.1  </a:t>
            </a:r>
            <a:r>
              <a:rPr lang="ko-KR" altLang="en-US" sz="2800" dirty="0">
                <a:solidFill>
                  <a:srgbClr val="FFFF00"/>
                </a:solidFill>
              </a:rPr>
              <a:t>시뮬레이터의 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055F8-3F67-672E-00CE-0A10E56CA684}"/>
              </a:ext>
            </a:extLst>
          </p:cNvPr>
          <p:cNvSpPr txBox="1"/>
          <p:nvPr/>
        </p:nvSpPr>
        <p:spPr>
          <a:xfrm>
            <a:off x="2021840" y="1217872"/>
            <a:ext cx="9435788" cy="5310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시뮬레이터는 다음과 같은 기능을 가지도록 개발한다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퍼지제어 알고리즘의 제어스텝 상세를 수정</a:t>
            </a:r>
            <a:r>
              <a:rPr lang="en-US" altLang="ko-KR" dirty="0"/>
              <a:t>, </a:t>
            </a:r>
            <a:r>
              <a:rPr lang="ko-KR" altLang="en-US" dirty="0"/>
              <a:t>확인이 가능하도록 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연속으로 제어되는 모습을 확인하여 성능을 확인 할 수 있도록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해상</a:t>
            </a:r>
            <a:r>
              <a:rPr lang="en-US" altLang="ko-KR" dirty="0"/>
              <a:t> </a:t>
            </a:r>
            <a:r>
              <a:rPr lang="ko-KR" altLang="en-US" dirty="0"/>
              <a:t>상태의 변화에 따라 제어성능을 확인할 수 있도록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선박운동특성의 변화에 따라 제어 성능을 확인할 수 있도록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HDC, Tracking </a:t>
            </a:r>
            <a:r>
              <a:rPr lang="ko-KR" altLang="en-US" dirty="0"/>
              <a:t>제어 모드에 따라 시뮬레이션 가능하도록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시뮬레이터가 </a:t>
            </a:r>
            <a:r>
              <a:rPr lang="en-US" altLang="ko-KR" dirty="0"/>
              <a:t>NMEA 2000 </a:t>
            </a:r>
            <a:r>
              <a:rPr lang="ko-KR" altLang="en-US" dirty="0"/>
              <a:t>네트워크와 </a:t>
            </a:r>
            <a:r>
              <a:rPr lang="en-US" altLang="ko-KR" dirty="0"/>
              <a:t>HILS(Hardware In Loop System) </a:t>
            </a:r>
            <a:r>
              <a:rPr lang="ko-KR" altLang="en-US" dirty="0"/>
              <a:t>구성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시뮬레이터가 </a:t>
            </a:r>
            <a:r>
              <a:rPr lang="en-US" altLang="ko-KR" dirty="0"/>
              <a:t>NMEA 2000</a:t>
            </a:r>
            <a:r>
              <a:rPr lang="ko-KR" altLang="en-US" dirty="0"/>
              <a:t>네트워크와 하드웨어적으로 연결되어 실험할 수 있도록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N2K</a:t>
            </a:r>
            <a:r>
              <a:rPr lang="ko-KR" altLang="en-US" dirty="0"/>
              <a:t>네트워크상의 </a:t>
            </a:r>
            <a:r>
              <a:rPr lang="en-US" altLang="ko-KR" dirty="0"/>
              <a:t>weather station, HD</a:t>
            </a:r>
            <a:r>
              <a:rPr lang="ko-KR" altLang="en-US" dirty="0"/>
              <a:t>센서</a:t>
            </a:r>
            <a:r>
              <a:rPr lang="en-US" altLang="ko-KR" dirty="0"/>
              <a:t>, ECDIS</a:t>
            </a:r>
            <a:r>
              <a:rPr lang="ko-KR" altLang="en-US" dirty="0"/>
              <a:t>와 연결되어 실제 네트워크상의 정보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    에 의해 제어되고 표시되도록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모든 정보는 엑셀파일로 기록되어 기록된 엑셀파일로 성능보고서가 제작되도록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시뮬레이터는 </a:t>
            </a:r>
            <a:r>
              <a:rPr lang="en-US" altLang="ko-KR" dirty="0"/>
              <a:t>VC6</a:t>
            </a:r>
            <a:r>
              <a:rPr lang="ko-KR" altLang="en-US" dirty="0"/>
              <a:t>로 개발하며 코드를 </a:t>
            </a:r>
            <a:r>
              <a:rPr lang="ko-KR" altLang="en-US" dirty="0" err="1"/>
              <a:t>에코트로닉스에서</a:t>
            </a:r>
            <a:r>
              <a:rPr lang="ko-KR" altLang="en-US" dirty="0"/>
              <a:t> 재활용 가능하도록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시뮬레이터 제작은 현재 </a:t>
            </a:r>
            <a:r>
              <a:rPr lang="ko-KR" altLang="en-US" dirty="0" err="1"/>
              <a:t>개발중으로</a:t>
            </a:r>
            <a:r>
              <a:rPr lang="ko-KR" altLang="en-US" dirty="0"/>
              <a:t> </a:t>
            </a:r>
            <a:r>
              <a:rPr lang="en-US" altLang="ko-KR" dirty="0"/>
              <a:t>11</a:t>
            </a:r>
            <a:r>
              <a:rPr lang="ko-KR" altLang="en-US" dirty="0"/>
              <a:t>월 중순까지 완료 계획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1061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013F5-9EAD-3887-3DA2-87B543A340A9}"/>
              </a:ext>
            </a:extLst>
          </p:cNvPr>
          <p:cNvSpPr txBox="1"/>
          <p:nvPr/>
        </p:nvSpPr>
        <p:spPr>
          <a:xfrm flipH="1">
            <a:off x="4241798" y="751840"/>
            <a:ext cx="1854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Val_km1 = </a:t>
            </a:r>
            <a:r>
              <a:rPr lang="en-US" altLang="ko-KR" dirty="0" err="1"/>
              <a:t>Val_k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AACB2-BA48-86E1-DB66-D29DFA760AE9}"/>
              </a:ext>
            </a:extLst>
          </p:cNvPr>
          <p:cNvSpPr txBox="1"/>
          <p:nvPr/>
        </p:nvSpPr>
        <p:spPr>
          <a:xfrm flipH="1">
            <a:off x="4241798" y="1239520"/>
            <a:ext cx="1854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Sea State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06E44-5F1F-0FB9-3E37-184D58944185}"/>
              </a:ext>
            </a:extLst>
          </p:cNvPr>
          <p:cNvSpPr txBox="1"/>
          <p:nvPr/>
        </p:nvSpPr>
        <p:spPr>
          <a:xfrm flipH="1">
            <a:off x="4241798" y="1747520"/>
            <a:ext cx="1854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UpdateData</a:t>
            </a:r>
            <a:r>
              <a:rPr lang="en-US" altLang="ko-KR" dirty="0"/>
              <a:t>(TRUE)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05B52-ECE4-EA6F-0F9B-B67EE0CCACB7}"/>
              </a:ext>
            </a:extLst>
          </p:cNvPr>
          <p:cNvSpPr txBox="1"/>
          <p:nvPr/>
        </p:nvSpPr>
        <p:spPr>
          <a:xfrm flipH="1">
            <a:off x="4241798" y="2255520"/>
            <a:ext cx="1854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err="1"/>
              <a:t>Seastate</a:t>
            </a:r>
            <a:r>
              <a:rPr lang="en-US" altLang="ko-KR" dirty="0"/>
              <a:t> </a:t>
            </a:r>
            <a:r>
              <a:rPr lang="ko-KR" altLang="en-US" dirty="0"/>
              <a:t>보상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C8AFA-6BB2-8498-4474-7FFD9B2989B1}"/>
              </a:ext>
            </a:extLst>
          </p:cNvPr>
          <p:cNvSpPr txBox="1"/>
          <p:nvPr/>
        </p:nvSpPr>
        <p:spPr>
          <a:xfrm flipH="1">
            <a:off x="4241798" y="2756932"/>
            <a:ext cx="1854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Error, </a:t>
            </a:r>
            <a:r>
              <a:rPr lang="en-US" altLang="ko-KR" dirty="0" err="1"/>
              <a:t>derror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C0DC6-E374-2F91-2423-8683ABB60A05}"/>
              </a:ext>
            </a:extLst>
          </p:cNvPr>
          <p:cNvSpPr txBox="1"/>
          <p:nvPr/>
        </p:nvSpPr>
        <p:spPr>
          <a:xfrm flipH="1">
            <a:off x="1231897" y="3292396"/>
            <a:ext cx="39370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FuzzyControl</a:t>
            </a:r>
            <a:r>
              <a:rPr lang="en-US" altLang="ko-KR" dirty="0"/>
              <a:t>(</a:t>
            </a:r>
            <a:r>
              <a:rPr lang="en-US" altLang="ko-KR" dirty="0" err="1"/>
              <a:t>scaleF</a:t>
            </a:r>
            <a:r>
              <a:rPr lang="en-US" altLang="ko-KR" dirty="0"/>
              <a:t>*error, </a:t>
            </a:r>
            <a:r>
              <a:rPr lang="en-US" altLang="ko-KR" dirty="0" err="1"/>
              <a:t>scaleF</a:t>
            </a:r>
            <a:r>
              <a:rPr lang="en-US" altLang="ko-KR" dirty="0"/>
              <a:t>*</a:t>
            </a:r>
            <a:r>
              <a:rPr lang="en-US" altLang="ko-KR" dirty="0" err="1"/>
              <a:t>derror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D2CC4-D328-634B-9442-24795482D411}"/>
              </a:ext>
            </a:extLst>
          </p:cNvPr>
          <p:cNvSpPr txBox="1"/>
          <p:nvPr/>
        </p:nvSpPr>
        <p:spPr>
          <a:xfrm flipH="1">
            <a:off x="2006598" y="3815914"/>
            <a:ext cx="239268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ControlU</a:t>
            </a:r>
            <a:r>
              <a:rPr lang="en-US" altLang="ko-KR" dirty="0"/>
              <a:t>=U_mk1 + DU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635CA-D392-4611-E6A5-6D904E4EA6DC}"/>
              </a:ext>
            </a:extLst>
          </p:cNvPr>
          <p:cNvSpPr txBox="1"/>
          <p:nvPr/>
        </p:nvSpPr>
        <p:spPr>
          <a:xfrm flipH="1">
            <a:off x="4241798" y="4304824"/>
            <a:ext cx="197612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Heading System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E9710-0FDC-DD89-6906-1ABB16B0D27F}"/>
              </a:ext>
            </a:extLst>
          </p:cNvPr>
          <p:cNvSpPr txBox="1"/>
          <p:nvPr/>
        </p:nvSpPr>
        <p:spPr>
          <a:xfrm flipH="1">
            <a:off x="4241798" y="4826834"/>
            <a:ext cx="197612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SaveData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CAA54-53D9-1AC8-F776-04A34D62B91F}"/>
              </a:ext>
            </a:extLst>
          </p:cNvPr>
          <p:cNvSpPr txBox="1"/>
          <p:nvPr/>
        </p:nvSpPr>
        <p:spPr>
          <a:xfrm flipH="1">
            <a:off x="4241798" y="5325786"/>
            <a:ext cx="197612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Variable ++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E7B84-BF3C-2FCD-0511-CA3B714EBADD}"/>
              </a:ext>
            </a:extLst>
          </p:cNvPr>
          <p:cNvSpPr txBox="1"/>
          <p:nvPr/>
        </p:nvSpPr>
        <p:spPr>
          <a:xfrm flipH="1">
            <a:off x="4241798" y="5865378"/>
            <a:ext cx="197612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UpdateData</a:t>
            </a:r>
            <a:r>
              <a:rPr lang="en-US" altLang="ko-KR" dirty="0"/>
              <a:t>(FALSE)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DD835-44B2-DCB3-2885-B0AD702691FD}"/>
              </a:ext>
            </a:extLst>
          </p:cNvPr>
          <p:cNvSpPr txBox="1"/>
          <p:nvPr/>
        </p:nvSpPr>
        <p:spPr>
          <a:xfrm flipH="1">
            <a:off x="5661657" y="3292396"/>
            <a:ext cx="39370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PIDControl</a:t>
            </a:r>
            <a:r>
              <a:rPr lang="en-US" altLang="ko-KR" dirty="0"/>
              <a:t>(error, errorkm1, errorkm2)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EE5F999-5FA5-EF82-AF6C-BD18D0305FC0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168899" y="1121172"/>
            <a:ext cx="0" cy="1183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BBC4217-47AD-F254-2DF0-06E4A19EB64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168899" y="1608852"/>
            <a:ext cx="0" cy="1386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6F1A0C1-4FD5-FD43-3867-F72F5A206DB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168899" y="2116852"/>
            <a:ext cx="0" cy="1386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77DD3BA-A651-5608-6B94-078D885D065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168899" y="2624852"/>
            <a:ext cx="0" cy="1320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6A581B23-F056-C6FE-389E-70696A3B3E66}"/>
              </a:ext>
            </a:extLst>
          </p:cNvPr>
          <p:cNvCxnSpPr>
            <a:stCxn id="6" idx="3"/>
            <a:endCxn id="7" idx="0"/>
          </p:cNvCxnSpPr>
          <p:nvPr/>
        </p:nvCxnSpPr>
        <p:spPr>
          <a:xfrm rot="10800000" flipV="1">
            <a:off x="3200398" y="2941598"/>
            <a:ext cx="1041400" cy="35079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E430F66-3BB9-6891-86E9-51B55A0672B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200398" y="3661728"/>
            <a:ext cx="2541" cy="1541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87F8A740-2634-A300-586F-6C8EBBD1BD9B}"/>
              </a:ext>
            </a:extLst>
          </p:cNvPr>
          <p:cNvCxnSpPr>
            <a:stCxn id="6" idx="1"/>
            <a:endCxn id="13" idx="0"/>
          </p:cNvCxnSpPr>
          <p:nvPr/>
        </p:nvCxnSpPr>
        <p:spPr>
          <a:xfrm>
            <a:off x="6096000" y="2941598"/>
            <a:ext cx="1534158" cy="35079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9214E73-365C-D722-6779-6E00A058037A}"/>
              </a:ext>
            </a:extLst>
          </p:cNvPr>
          <p:cNvCxnSpPr>
            <a:stCxn id="13" idx="2"/>
            <a:endCxn id="9" idx="1"/>
          </p:cNvCxnSpPr>
          <p:nvPr/>
        </p:nvCxnSpPr>
        <p:spPr>
          <a:xfrm rot="5400000">
            <a:off x="6510158" y="3369490"/>
            <a:ext cx="827762" cy="141223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B7ADF5F4-AB23-FE6C-A4E6-8FBFDC05E155}"/>
              </a:ext>
            </a:extLst>
          </p:cNvPr>
          <p:cNvCxnSpPr>
            <a:stCxn id="8" idx="2"/>
            <a:endCxn id="9" idx="3"/>
          </p:cNvCxnSpPr>
          <p:nvPr/>
        </p:nvCxnSpPr>
        <p:spPr>
          <a:xfrm rot="16200000" flipH="1">
            <a:off x="3570246" y="3817938"/>
            <a:ext cx="304244" cy="103885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C5D3ED1-BA19-F06E-E855-36E1D27ECE1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229859" y="4674156"/>
            <a:ext cx="0" cy="1526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F12F7EC-9437-CDC6-83FF-1A62E068D33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229859" y="5196166"/>
            <a:ext cx="0" cy="12962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6F5C62F-65BF-8372-2EE1-F38978135BD3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5229859" y="5695118"/>
            <a:ext cx="0" cy="1702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577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99407-FCAE-A1CA-5BE5-95FC28A5C2A7}"/>
              </a:ext>
            </a:extLst>
          </p:cNvPr>
          <p:cNvSpPr txBox="1"/>
          <p:nvPr/>
        </p:nvSpPr>
        <p:spPr>
          <a:xfrm>
            <a:off x="1423555" y="329443"/>
            <a:ext cx="2869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4.2  PID</a:t>
            </a:r>
            <a:r>
              <a:rPr lang="ko-KR" altLang="en-US" sz="2800" dirty="0">
                <a:solidFill>
                  <a:srgbClr val="FFFF00"/>
                </a:solidFill>
              </a:rPr>
              <a:t>제어 기능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EC1191-E6F4-F598-25F7-A18813B7C090}"/>
                  </a:ext>
                </a:extLst>
              </p:cNvPr>
              <p:cNvSpPr txBox="1"/>
              <p:nvPr/>
            </p:nvSpPr>
            <p:spPr>
              <a:xfrm>
                <a:off x="1249680" y="1310640"/>
                <a:ext cx="10346743" cy="2714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Contol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양</m:t>
                    </m:r>
                  </m:oMath>
                </a14:m>
                <a:r>
                  <a:rPr lang="ko-KR" altLang="en-US" dirty="0"/>
                  <a:t>변을 미분하면</a:t>
                </a:r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∆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−2∗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r>
                  <a:rPr lang="ko-KR" altLang="en-US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−2∗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EC1191-E6F4-F598-25F7-A18813B7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1310640"/>
                <a:ext cx="10346743" cy="2714782"/>
              </a:xfrm>
              <a:prstGeom prst="rect">
                <a:avLst/>
              </a:prstGeom>
              <a:blipFill>
                <a:blip r:embed="rId2"/>
                <a:stretch>
                  <a:fillRect l="-471" t="-17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5EDEB-B5A4-4F7C-801A-3557ABB8E289}"/>
                  </a:ext>
                </a:extLst>
              </p:cNvPr>
              <p:cNvSpPr txBox="1"/>
              <p:nvPr/>
            </p:nvSpPr>
            <p:spPr>
              <a:xfrm>
                <a:off x="1158240" y="4339417"/>
                <a:ext cx="8653780" cy="1251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</m:e>
                      <m:sub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</m:t>
                    </m:r>
                    <m:sSub>
                      <m:sSubPr>
                        <m:ctrl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</m:e>
                      <m:sub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−1  </m:t>
                        </m:r>
                      </m:sub>
                    </m:sSub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r>
                  <a:rPr lang="en-US" altLang="ko-KR" dirty="0">
                    <a:solidFill>
                      <a:prstClr val="white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−2∗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altLang="ko-KR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dirty="0">
                  <a:solidFill>
                    <a:prstClr val="white"/>
                  </a:solidFill>
                  <a:ea typeface="Cambria Math" panose="02040503050406030204" pitchFamily="18" charset="0"/>
                </a:endParaRPr>
              </a:p>
              <a:p>
                <a:r>
                  <a:rPr lang="ko-KR" altLang="en-US" dirty="0"/>
                  <a:t>    </a:t>
                </a:r>
                <a:endParaRPr lang="en-US" altLang="ko-KR" dirty="0"/>
              </a:p>
              <a:p>
                <a:r>
                  <a:rPr lang="en-US" altLang="ko-KR" dirty="0"/>
                  <a:t>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−1 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(1+ 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−1 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1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2∗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)+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∗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5EDEB-B5A4-4F7C-801A-3557ABB8E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4339417"/>
                <a:ext cx="8653780" cy="1251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362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89F64FF8-52F6-965A-A35A-3A5317B690BF}"/>
              </a:ext>
            </a:extLst>
          </p:cNvPr>
          <p:cNvGrpSpPr/>
          <p:nvPr/>
        </p:nvGrpSpPr>
        <p:grpSpPr>
          <a:xfrm>
            <a:off x="2508401" y="295275"/>
            <a:ext cx="7908144" cy="6400165"/>
            <a:chOff x="2508401" y="295275"/>
            <a:chExt cx="7908144" cy="6400165"/>
          </a:xfrm>
        </p:grpSpPr>
        <p:pic>
          <p:nvPicPr>
            <p:cNvPr id="2" name="Picture 0">
              <a:extLst>
                <a:ext uri="{FF2B5EF4-FFF2-40B4-BE49-F238E27FC236}">
                  <a16:creationId xmlns:a16="http://schemas.microsoft.com/office/drawing/2014/main" id="{E84D57F0-0AA4-BED2-99DA-277AD0658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8401" y="295275"/>
              <a:ext cx="7908144" cy="640016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E37E6CA-A055-4CF6-B112-715CF42A3E78}"/>
                </a:ext>
              </a:extLst>
            </p:cNvPr>
            <p:cNvSpPr txBox="1"/>
            <p:nvPr/>
          </p:nvSpPr>
          <p:spPr>
            <a:xfrm>
              <a:off x="2508401" y="8763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6551CA-30C6-7689-451A-150B95E5F523}"/>
                </a:ext>
              </a:extLst>
            </p:cNvPr>
            <p:cNvSpPr txBox="1"/>
            <p:nvPr/>
          </p:nvSpPr>
          <p:spPr>
            <a:xfrm>
              <a:off x="4013351" y="8763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A04B61-71C0-4DB1-2072-33C2C4BA78C3}"/>
                </a:ext>
              </a:extLst>
            </p:cNvPr>
            <p:cNvSpPr txBox="1"/>
            <p:nvPr/>
          </p:nvSpPr>
          <p:spPr>
            <a:xfrm>
              <a:off x="5623076" y="8763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2EDD14-D199-2062-E44E-1447042F53FB}"/>
                </a:ext>
              </a:extLst>
            </p:cNvPr>
            <p:cNvSpPr txBox="1"/>
            <p:nvPr/>
          </p:nvSpPr>
          <p:spPr>
            <a:xfrm>
              <a:off x="8261501" y="70854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27AB8C-0BB4-2E01-B6E5-D49AD727ABEA}"/>
                </a:ext>
              </a:extLst>
            </p:cNvPr>
            <p:cNvSpPr txBox="1"/>
            <p:nvPr/>
          </p:nvSpPr>
          <p:spPr>
            <a:xfrm>
              <a:off x="8261501" y="17907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5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718C25-9F18-4979-55DD-A788EC90CC8A}"/>
                </a:ext>
              </a:extLst>
            </p:cNvPr>
            <p:cNvSpPr txBox="1"/>
            <p:nvPr/>
          </p:nvSpPr>
          <p:spPr>
            <a:xfrm>
              <a:off x="5642431" y="23241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7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7315B5-818A-A495-8048-779A61680632}"/>
                </a:ext>
              </a:extLst>
            </p:cNvPr>
            <p:cNvSpPr txBox="1"/>
            <p:nvPr/>
          </p:nvSpPr>
          <p:spPr>
            <a:xfrm>
              <a:off x="2610229" y="213943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6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19D65D-018D-DCA6-39BF-6347BDDDF17E}"/>
                </a:ext>
              </a:extLst>
            </p:cNvPr>
            <p:cNvSpPr txBox="1"/>
            <p:nvPr/>
          </p:nvSpPr>
          <p:spPr>
            <a:xfrm>
              <a:off x="2512032" y="360120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8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0DFE9E-9CD4-7458-9BD8-BC69A7B252F3}"/>
                </a:ext>
              </a:extLst>
            </p:cNvPr>
            <p:cNvSpPr txBox="1"/>
            <p:nvPr/>
          </p:nvSpPr>
          <p:spPr>
            <a:xfrm>
              <a:off x="5642431" y="351226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9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617CD3-22C9-D0D2-1017-70DE2F36743B}"/>
                </a:ext>
              </a:extLst>
            </p:cNvPr>
            <p:cNvSpPr txBox="1"/>
            <p:nvPr/>
          </p:nvSpPr>
          <p:spPr>
            <a:xfrm>
              <a:off x="2508706" y="5562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10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105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E1A546-768A-9168-114A-ADC58123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083" y="0"/>
            <a:ext cx="847783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3124CB-D132-95E7-A701-B7E772C15D17}"/>
              </a:ext>
            </a:extLst>
          </p:cNvPr>
          <p:cNvSpPr txBox="1"/>
          <p:nvPr/>
        </p:nvSpPr>
        <p:spPr>
          <a:xfrm>
            <a:off x="2047240" y="56007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315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2FD0BEC-DD5A-F78D-2313-25E42D21D4C6}"/>
              </a:ext>
            </a:extLst>
          </p:cNvPr>
          <p:cNvCxnSpPr>
            <a:cxnSpLocks/>
          </p:cNvCxnSpPr>
          <p:nvPr/>
        </p:nvCxnSpPr>
        <p:spPr>
          <a:xfrm flipH="1" flipV="1">
            <a:off x="5783024" y="1381898"/>
            <a:ext cx="21348" cy="2273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1EA955-2F96-8EBC-213B-393B7FFC3898}"/>
              </a:ext>
            </a:extLst>
          </p:cNvPr>
          <p:cNvGrpSpPr/>
          <p:nvPr/>
        </p:nvGrpSpPr>
        <p:grpSpPr>
          <a:xfrm>
            <a:off x="8352623" y="4536877"/>
            <a:ext cx="3665804" cy="1522488"/>
            <a:chOff x="8118165" y="4200456"/>
            <a:chExt cx="3665804" cy="1522488"/>
          </a:xfrm>
        </p:grpSpPr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E5286B1C-9F33-0C03-2406-0DA9ECB8390D}"/>
                </a:ext>
              </a:extLst>
            </p:cNvPr>
            <p:cNvSpPr/>
            <p:nvPr/>
          </p:nvSpPr>
          <p:spPr>
            <a:xfrm>
              <a:off x="9493826" y="4745188"/>
              <a:ext cx="1257300" cy="654627"/>
            </a:xfrm>
            <a:custGeom>
              <a:avLst/>
              <a:gdLst>
                <a:gd name="connsiteX0" fmla="*/ 0 w 1257300"/>
                <a:gd name="connsiteY0" fmla="*/ 644236 h 654627"/>
                <a:gd name="connsiteX1" fmla="*/ 374073 w 1257300"/>
                <a:gd name="connsiteY1" fmla="*/ 10391 h 654627"/>
                <a:gd name="connsiteX2" fmla="*/ 831273 w 1257300"/>
                <a:gd name="connsiteY2" fmla="*/ 0 h 654627"/>
                <a:gd name="connsiteX3" fmla="*/ 1257300 w 1257300"/>
                <a:gd name="connsiteY3" fmla="*/ 654627 h 654627"/>
                <a:gd name="connsiteX4" fmla="*/ 0 w 1257300"/>
                <a:gd name="connsiteY4" fmla="*/ 644236 h 6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654627">
                  <a:moveTo>
                    <a:pt x="0" y="644236"/>
                  </a:moveTo>
                  <a:lnTo>
                    <a:pt x="374073" y="10391"/>
                  </a:lnTo>
                  <a:lnTo>
                    <a:pt x="831273" y="0"/>
                  </a:lnTo>
                  <a:lnTo>
                    <a:pt x="1257300" y="654627"/>
                  </a:lnTo>
                  <a:lnTo>
                    <a:pt x="0" y="64423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20E38724-F665-8D57-5EBC-78B6B7DF4145}"/>
                </a:ext>
              </a:extLst>
            </p:cNvPr>
            <p:cNvGrpSpPr/>
            <p:nvPr/>
          </p:nvGrpSpPr>
          <p:grpSpPr>
            <a:xfrm>
              <a:off x="8267700" y="4200456"/>
              <a:ext cx="2959100" cy="1219200"/>
              <a:chOff x="8267700" y="4771956"/>
              <a:chExt cx="2959100" cy="1219200"/>
            </a:xfrm>
          </p:grpSpPr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B53A5B90-60B7-96DC-5019-972EB6431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0400" y="4771956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4E2BB9D9-BD10-A712-DD80-EF576D1EF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7700" y="5978456"/>
                <a:ext cx="29591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CF5744E-CDC9-3CE5-9D3B-42505F3F0EA3}"/>
                </a:ext>
              </a:extLst>
            </p:cNvPr>
            <p:cNvSpPr txBox="1"/>
            <p:nvPr/>
          </p:nvSpPr>
          <p:spPr>
            <a:xfrm>
              <a:off x="10239957" y="4290290"/>
              <a:ext cx="1544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Defuzzification</a:t>
              </a:r>
              <a:endParaRPr lang="ko-KR" altLang="en-US" dirty="0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FD6A431-D2E7-1276-E56F-AC1B5F421B61}"/>
                </a:ext>
              </a:extLst>
            </p:cNvPr>
            <p:cNvCxnSpPr>
              <a:cxnSpLocks/>
            </p:cNvCxnSpPr>
            <p:nvPr/>
          </p:nvCxnSpPr>
          <p:spPr>
            <a:xfrm>
              <a:off x="9244444" y="4503174"/>
              <a:ext cx="831850" cy="92311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5CF7767A-0B48-E6DC-7D99-031C8CEF65A9}"/>
                </a:ext>
              </a:extLst>
            </p:cNvPr>
            <p:cNvCxnSpPr/>
            <p:nvPr/>
          </p:nvCxnSpPr>
          <p:spPr>
            <a:xfrm flipH="1">
              <a:off x="8276069" y="4501179"/>
              <a:ext cx="96837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B9F8DF90-66DC-A95A-0CA5-EF892CEEC845}"/>
                </a:ext>
              </a:extLst>
            </p:cNvPr>
            <p:cNvSpPr/>
            <p:nvPr/>
          </p:nvSpPr>
          <p:spPr>
            <a:xfrm>
              <a:off x="8289058" y="5052212"/>
              <a:ext cx="1787236" cy="374073"/>
            </a:xfrm>
            <a:custGeom>
              <a:avLst/>
              <a:gdLst>
                <a:gd name="connsiteX0" fmla="*/ 0 w 1787236"/>
                <a:gd name="connsiteY0" fmla="*/ 0 h 374073"/>
                <a:gd name="connsiteX1" fmla="*/ 1454727 w 1787236"/>
                <a:gd name="connsiteY1" fmla="*/ 10391 h 374073"/>
                <a:gd name="connsiteX2" fmla="*/ 1787236 w 1787236"/>
                <a:gd name="connsiteY2" fmla="*/ 363682 h 374073"/>
                <a:gd name="connsiteX3" fmla="*/ 0 w 1787236"/>
                <a:gd name="connsiteY3" fmla="*/ 374073 h 374073"/>
                <a:gd name="connsiteX4" fmla="*/ 0 w 1787236"/>
                <a:gd name="connsiteY4" fmla="*/ 0 h 374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236" h="374073">
                  <a:moveTo>
                    <a:pt x="0" y="0"/>
                  </a:moveTo>
                  <a:lnTo>
                    <a:pt x="1454727" y="10391"/>
                  </a:lnTo>
                  <a:lnTo>
                    <a:pt x="1787236" y="363682"/>
                  </a:lnTo>
                  <a:lnTo>
                    <a:pt x="0" y="37407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3E30E912-3C2F-ACAE-DC99-19E61B43F793}"/>
                </a:ext>
              </a:extLst>
            </p:cNvPr>
            <p:cNvCxnSpPr>
              <a:cxnSpLocks/>
              <a:endCxn id="107" idx="0"/>
            </p:cNvCxnSpPr>
            <p:nvPr/>
          </p:nvCxnSpPr>
          <p:spPr>
            <a:xfrm flipH="1">
              <a:off x="9680242" y="4642728"/>
              <a:ext cx="244470" cy="76323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27AB5789-7CAF-6F06-4505-A6B4D3E15019}"/>
                </a:ext>
              </a:extLst>
            </p:cNvPr>
            <p:cNvCxnSpPr>
              <a:cxnSpLocks/>
            </p:cNvCxnSpPr>
            <p:nvPr/>
          </p:nvCxnSpPr>
          <p:spPr>
            <a:xfrm>
              <a:off x="10065326" y="4403314"/>
              <a:ext cx="669882" cy="9967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36838E2B-37A9-4089-7260-09115BD22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92716" y="4404337"/>
              <a:ext cx="551099" cy="97523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AE6107-FEC7-3814-62C5-DF9ED2E6BB53}"/>
                </a:ext>
              </a:extLst>
            </p:cNvPr>
            <p:cNvSpPr txBox="1"/>
            <p:nvPr/>
          </p:nvSpPr>
          <p:spPr>
            <a:xfrm>
              <a:off x="9864271" y="5395663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-10</a:t>
              </a:r>
              <a:endParaRPr lang="ko-KR" altLang="en-US" sz="14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A43DA96-F602-3061-F7DC-A2347F4FD5AF}"/>
                </a:ext>
              </a:extLst>
            </p:cNvPr>
            <p:cNvSpPr txBox="1"/>
            <p:nvPr/>
          </p:nvSpPr>
          <p:spPr>
            <a:xfrm>
              <a:off x="9129646" y="5398447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-15</a:t>
              </a:r>
              <a:endParaRPr lang="ko-KR" altLang="en-US" sz="1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D6AF8EC-C3B3-AE8C-A687-781DA8562A27}"/>
                </a:ext>
              </a:extLst>
            </p:cNvPr>
            <p:cNvSpPr txBox="1"/>
            <p:nvPr/>
          </p:nvSpPr>
          <p:spPr>
            <a:xfrm>
              <a:off x="8118165" y="5415167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-25</a:t>
              </a:r>
              <a:endParaRPr lang="ko-KR" altLang="en-US" sz="14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4640079-8AE7-2505-9D23-5DBB11D1AD05}"/>
                </a:ext>
              </a:extLst>
            </p:cNvPr>
            <p:cNvSpPr txBox="1"/>
            <p:nvPr/>
          </p:nvSpPr>
          <p:spPr>
            <a:xfrm>
              <a:off x="8675657" y="5398447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-20</a:t>
              </a:r>
              <a:endParaRPr lang="ko-KR" altLang="en-US" sz="14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6869BD8-CEC0-758E-57FC-1668F17D055A}"/>
                </a:ext>
              </a:extLst>
            </p:cNvPr>
            <p:cNvSpPr txBox="1"/>
            <p:nvPr/>
          </p:nvSpPr>
          <p:spPr>
            <a:xfrm>
              <a:off x="10557002" y="5392198"/>
              <a:ext cx="343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-5</a:t>
              </a:r>
              <a:endParaRPr lang="ko-KR" altLang="en-US" sz="14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1E20D0C-953F-312C-679A-ACE3B2FBF548}"/>
              </a:ext>
            </a:extLst>
          </p:cNvPr>
          <p:cNvGrpSpPr/>
          <p:nvPr/>
        </p:nvGrpSpPr>
        <p:grpSpPr>
          <a:xfrm>
            <a:off x="1052913" y="2505145"/>
            <a:ext cx="9378950" cy="1848799"/>
            <a:chOff x="946150" y="787400"/>
            <a:chExt cx="9378950" cy="1848799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0340F9A-A4B4-E654-D84F-D6718933CCC5}"/>
                </a:ext>
              </a:extLst>
            </p:cNvPr>
            <p:cNvGrpSpPr/>
            <p:nvPr/>
          </p:nvGrpSpPr>
          <p:grpSpPr>
            <a:xfrm>
              <a:off x="1371600" y="1092200"/>
              <a:ext cx="1905000" cy="1219200"/>
              <a:chOff x="1371600" y="1663700"/>
              <a:chExt cx="1905000" cy="1219200"/>
            </a:xfrm>
          </p:grpSpPr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F9392A01-012C-86B6-B413-29B1700E1C27}"/>
                  </a:ext>
                </a:extLst>
              </p:cNvPr>
              <p:cNvCxnSpPr/>
              <p:nvPr/>
            </p:nvCxnSpPr>
            <p:spPr>
              <a:xfrm>
                <a:off x="1384300" y="1663700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A61FB062-27D5-203A-3089-7D54AC0817E0}"/>
                  </a:ext>
                </a:extLst>
              </p:cNvPr>
              <p:cNvCxnSpPr/>
              <p:nvPr/>
            </p:nvCxnSpPr>
            <p:spPr>
              <a:xfrm>
                <a:off x="1371600" y="2870200"/>
                <a:ext cx="19050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32CCEC8-D878-3A98-DAAE-56C8020229F8}"/>
                </a:ext>
              </a:extLst>
            </p:cNvPr>
            <p:cNvGrpSpPr/>
            <p:nvPr/>
          </p:nvGrpSpPr>
          <p:grpSpPr>
            <a:xfrm>
              <a:off x="4838700" y="1092200"/>
              <a:ext cx="1905000" cy="1219200"/>
              <a:chOff x="1371600" y="1663700"/>
              <a:chExt cx="1905000" cy="1219200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CC47C2E5-49B6-A888-7B03-60A99A55A6D0}"/>
                  </a:ext>
                </a:extLst>
              </p:cNvPr>
              <p:cNvCxnSpPr/>
              <p:nvPr/>
            </p:nvCxnSpPr>
            <p:spPr>
              <a:xfrm>
                <a:off x="1384300" y="1663700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15171DC7-DD1F-3CEA-9E3A-5E5459310A0F}"/>
                  </a:ext>
                </a:extLst>
              </p:cNvPr>
              <p:cNvCxnSpPr/>
              <p:nvPr/>
            </p:nvCxnSpPr>
            <p:spPr>
              <a:xfrm>
                <a:off x="1371600" y="2870200"/>
                <a:ext cx="19050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6F5FBD-3B52-CC20-6D3E-8187B2813DC6}"/>
                </a:ext>
              </a:extLst>
            </p:cNvPr>
            <p:cNvSpPr txBox="1"/>
            <p:nvPr/>
          </p:nvSpPr>
          <p:spPr>
            <a:xfrm flipH="1">
              <a:off x="946150" y="787400"/>
              <a:ext cx="1187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규칙</a:t>
              </a:r>
              <a:r>
                <a:rPr lang="ko-KR" altLang="en-US" dirty="0"/>
                <a:t> </a:t>
              </a:r>
              <a:r>
                <a:rPr lang="en-US" altLang="ko-KR" dirty="0"/>
                <a:t>R1b</a:t>
              </a:r>
              <a:endParaRPr lang="ko-KR" altLang="en-US" dirty="0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67CECBF-35D4-921F-D567-35EB92788A2C}"/>
                </a:ext>
              </a:extLst>
            </p:cNvPr>
            <p:cNvCxnSpPr>
              <a:cxnSpLocks/>
            </p:cNvCxnSpPr>
            <p:nvPr/>
          </p:nvCxnSpPr>
          <p:spPr>
            <a:xfrm>
              <a:off x="1390647" y="1346200"/>
              <a:ext cx="1149353" cy="9652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BE0EBF35-0CB7-575E-83A5-65B513614344}"/>
                </a:ext>
              </a:extLst>
            </p:cNvPr>
            <p:cNvCxnSpPr>
              <a:cxnSpLocks/>
            </p:cNvCxnSpPr>
            <p:nvPr/>
          </p:nvCxnSpPr>
          <p:spPr>
            <a:xfrm>
              <a:off x="4813300" y="1358900"/>
              <a:ext cx="1142999" cy="9419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8AC455F-46FD-DF6D-190A-94AA414113B6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64" y="2005446"/>
              <a:ext cx="5940136" cy="138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9614563-690F-2563-79B7-DC0302BEB2D1}"/>
                    </a:ext>
                  </a:extLst>
                </p:cNvPr>
                <p:cNvSpPr txBox="1"/>
                <p:nvPr/>
              </p:nvSpPr>
              <p:spPr>
                <a:xfrm flipH="1">
                  <a:off x="1991534" y="1299604"/>
                  <a:ext cx="593185" cy="37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9614563-690F-2563-79B7-DC0302BEB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991534" y="1299604"/>
                  <a:ext cx="593185" cy="3765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B51DE14-174A-12D7-E51D-DC289332530D}"/>
                    </a:ext>
                  </a:extLst>
                </p:cNvPr>
                <p:cNvSpPr txBox="1"/>
                <p:nvPr/>
              </p:nvSpPr>
              <p:spPr>
                <a:xfrm flipH="1">
                  <a:off x="5068110" y="1295873"/>
                  <a:ext cx="593185" cy="37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B51DE14-174A-12D7-E51D-DC2893325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68110" y="1295873"/>
                  <a:ext cx="593185" cy="3765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031897C-8B84-59EA-D38A-FBCDBEE96229}"/>
                    </a:ext>
                  </a:extLst>
                </p:cNvPr>
                <p:cNvSpPr txBox="1"/>
                <p:nvPr/>
              </p:nvSpPr>
              <p:spPr>
                <a:xfrm>
                  <a:off x="3659088" y="1745575"/>
                  <a:ext cx="513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031897C-8B84-59EA-D38A-FBCDBEE96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9088" y="1745575"/>
                  <a:ext cx="5130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82C1932-329B-D00B-D866-6775C23DE3E4}"/>
                </a:ext>
              </a:extLst>
            </p:cNvPr>
            <p:cNvGrpSpPr/>
            <p:nvPr/>
          </p:nvGrpSpPr>
          <p:grpSpPr>
            <a:xfrm>
              <a:off x="8255000" y="1079500"/>
              <a:ext cx="1905000" cy="1219200"/>
              <a:chOff x="1371600" y="1663700"/>
              <a:chExt cx="1905000" cy="1219200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19E7C4AE-148F-570E-9B5D-19F3BA3194EB}"/>
                  </a:ext>
                </a:extLst>
              </p:cNvPr>
              <p:cNvCxnSpPr/>
              <p:nvPr/>
            </p:nvCxnSpPr>
            <p:spPr>
              <a:xfrm>
                <a:off x="1384300" y="1663700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AAB634D1-3DBA-D55B-2208-6F55F9744022}"/>
                  </a:ext>
                </a:extLst>
              </p:cNvPr>
              <p:cNvCxnSpPr/>
              <p:nvPr/>
            </p:nvCxnSpPr>
            <p:spPr>
              <a:xfrm>
                <a:off x="1371600" y="2870200"/>
                <a:ext cx="19050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8BC734F2-57EF-5C45-012A-5F15616C825B}"/>
                </a:ext>
              </a:extLst>
            </p:cNvPr>
            <p:cNvCxnSpPr>
              <a:cxnSpLocks/>
            </p:cNvCxnSpPr>
            <p:nvPr/>
          </p:nvCxnSpPr>
          <p:spPr>
            <a:xfrm>
              <a:off x="9206924" y="1360895"/>
              <a:ext cx="831850" cy="92311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F7BB954-952E-F521-B9D2-226B442B198A}"/>
                </a:ext>
              </a:extLst>
            </p:cNvPr>
            <p:cNvSpPr txBox="1"/>
            <p:nvPr/>
          </p:nvSpPr>
          <p:spPr>
            <a:xfrm flipH="1">
              <a:off x="5924548" y="1220311"/>
              <a:ext cx="114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Min</a:t>
              </a:r>
              <a:r>
                <a:rPr lang="ko-KR" altLang="en-US" dirty="0"/>
                <a:t> </a:t>
              </a:r>
              <a:r>
                <a:rPr lang="en-US" altLang="ko-KR" dirty="0"/>
                <a:t>select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FBA327A-3553-DC96-8615-4D1EC6B48D90}"/>
                    </a:ext>
                  </a:extLst>
                </p:cNvPr>
                <p:cNvSpPr txBox="1"/>
                <p:nvPr/>
              </p:nvSpPr>
              <p:spPr>
                <a:xfrm flipH="1">
                  <a:off x="2178047" y="864028"/>
                  <a:ext cx="119078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입력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US" altLang="ko-KR" sz="1400" dirty="0"/>
                    <a:t> NS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FBA327A-3553-DC96-8615-4D1EC6B48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178047" y="864028"/>
                  <a:ext cx="1190783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538" t="-6000" b="-2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2EE60CA-6D15-B97D-F377-0A064DEC76BB}"/>
                    </a:ext>
                  </a:extLst>
                </p:cNvPr>
                <p:cNvSpPr txBox="1"/>
                <p:nvPr/>
              </p:nvSpPr>
              <p:spPr>
                <a:xfrm flipH="1">
                  <a:off x="4416810" y="821448"/>
                  <a:ext cx="13652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입력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NM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2EE60CA-6D15-B97D-F377-0A064DEC7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416810" y="821448"/>
                  <a:ext cx="136525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339" t="-6000" b="-2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85BC744-5EE3-2241-A86F-68EAC708D74C}"/>
                    </a:ext>
                  </a:extLst>
                </p:cNvPr>
                <p:cNvSpPr txBox="1"/>
                <p:nvPr/>
              </p:nvSpPr>
              <p:spPr>
                <a:xfrm flipH="1">
                  <a:off x="8806659" y="962776"/>
                  <a:ext cx="10445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출력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NB</m:t>
                      </m:r>
                    </m:oMath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85BC744-5EE3-2241-A86F-68EAC708D7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06659" y="962776"/>
                  <a:ext cx="1044577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1744" t="-6000" b="-1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D75F4D-ECB5-ACB3-EAF5-CE20DAE31490}"/>
                </a:ext>
              </a:extLst>
            </p:cNvPr>
            <p:cNvSpPr txBox="1"/>
            <p:nvPr/>
          </p:nvSpPr>
          <p:spPr>
            <a:xfrm>
              <a:off x="1099187" y="2167753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-5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51078CE-95C0-C3ED-8806-CD1818399227}"/>
                </a:ext>
              </a:extLst>
            </p:cNvPr>
            <p:cNvSpPr txBox="1"/>
            <p:nvPr/>
          </p:nvSpPr>
          <p:spPr>
            <a:xfrm>
              <a:off x="2403605" y="225152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7D5122-2B4D-9810-0E3C-AA5A0A57BE99}"/>
                </a:ext>
              </a:extLst>
            </p:cNvPr>
            <p:cNvSpPr txBox="1"/>
            <p:nvPr/>
          </p:nvSpPr>
          <p:spPr>
            <a:xfrm>
              <a:off x="4695748" y="2217427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-10</a:t>
              </a:r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ABB08EE-B64E-8DFA-7250-02A9E76D1BD6}"/>
                </a:ext>
              </a:extLst>
            </p:cNvPr>
            <p:cNvSpPr txBox="1"/>
            <p:nvPr/>
          </p:nvSpPr>
          <p:spPr>
            <a:xfrm>
              <a:off x="5845230" y="2208845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-5</a:t>
              </a:r>
              <a:endParaRPr lang="ko-KR" altLang="en-US" dirty="0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47C938FC-85EB-239B-05DD-FB5B3BBDD037}"/>
                </a:ext>
              </a:extLst>
            </p:cNvPr>
            <p:cNvCxnSpPr/>
            <p:nvPr/>
          </p:nvCxnSpPr>
          <p:spPr>
            <a:xfrm>
              <a:off x="971552" y="1346200"/>
              <a:ext cx="90709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30B25112-16E2-0F0D-D8D4-F9FB9A83FC06}"/>
                </a:ext>
              </a:extLst>
            </p:cNvPr>
            <p:cNvCxnSpPr/>
            <p:nvPr/>
          </p:nvCxnSpPr>
          <p:spPr>
            <a:xfrm flipH="1">
              <a:off x="8238549" y="1358900"/>
              <a:ext cx="96837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92E46E6-3D32-9246-8EEB-D53A81EA6634}"/>
                </a:ext>
              </a:extLst>
            </p:cNvPr>
            <p:cNvSpPr txBox="1"/>
            <p:nvPr/>
          </p:nvSpPr>
          <p:spPr>
            <a:xfrm>
              <a:off x="9753310" y="2256698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-10</a:t>
              </a:r>
              <a:endParaRPr lang="ko-KR" alt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CD08CD-F99C-384E-9952-934E42ABA23F}"/>
                </a:ext>
              </a:extLst>
            </p:cNvPr>
            <p:cNvSpPr txBox="1"/>
            <p:nvPr/>
          </p:nvSpPr>
          <p:spPr>
            <a:xfrm>
              <a:off x="8997903" y="2249091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-15</a:t>
              </a:r>
              <a:endParaRPr lang="ko-KR" alt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9B97AA1-76E8-12B4-983B-A2DE33511152}"/>
                </a:ext>
              </a:extLst>
            </p:cNvPr>
            <p:cNvSpPr txBox="1"/>
            <p:nvPr/>
          </p:nvSpPr>
          <p:spPr>
            <a:xfrm>
              <a:off x="8051520" y="2266867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-25</a:t>
              </a:r>
              <a:endParaRPr lang="ko-KR" altLang="en-US" dirty="0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975323FE-3BB1-22A2-022A-8C0AD882DD52}"/>
                </a:ext>
              </a:extLst>
            </p:cNvPr>
            <p:cNvCxnSpPr/>
            <p:nvPr/>
          </p:nvCxnSpPr>
          <p:spPr>
            <a:xfrm flipV="1">
              <a:off x="1371600" y="1233360"/>
              <a:ext cx="12700" cy="10335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25EB4696-844F-5C93-BBA5-98FCA5533A2C}"/>
                </a:ext>
              </a:extLst>
            </p:cNvPr>
            <p:cNvSpPr/>
            <p:nvPr/>
          </p:nvSpPr>
          <p:spPr>
            <a:xfrm>
              <a:off x="8271164" y="2026227"/>
              <a:ext cx="1766454" cy="249382"/>
            </a:xfrm>
            <a:custGeom>
              <a:avLst/>
              <a:gdLst>
                <a:gd name="connsiteX0" fmla="*/ 0 w 1766454"/>
                <a:gd name="connsiteY0" fmla="*/ 249382 h 249382"/>
                <a:gd name="connsiteX1" fmla="*/ 0 w 1766454"/>
                <a:gd name="connsiteY1" fmla="*/ 0 h 249382"/>
                <a:gd name="connsiteX2" fmla="*/ 1537854 w 1766454"/>
                <a:gd name="connsiteY2" fmla="*/ 10391 h 249382"/>
                <a:gd name="connsiteX3" fmla="*/ 1766454 w 1766454"/>
                <a:gd name="connsiteY3" fmla="*/ 249382 h 249382"/>
                <a:gd name="connsiteX4" fmla="*/ 0 w 1766454"/>
                <a:gd name="connsiteY4" fmla="*/ 249382 h 2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6454" h="249382">
                  <a:moveTo>
                    <a:pt x="0" y="249382"/>
                  </a:moveTo>
                  <a:lnTo>
                    <a:pt x="0" y="0"/>
                  </a:lnTo>
                  <a:lnTo>
                    <a:pt x="1537854" y="10391"/>
                  </a:lnTo>
                  <a:lnTo>
                    <a:pt x="1766454" y="249382"/>
                  </a:lnTo>
                  <a:lnTo>
                    <a:pt x="0" y="249382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789EB1D-5A7E-92DD-5259-7AC0D1E8D4EC}"/>
                </a:ext>
              </a:extLst>
            </p:cNvPr>
            <p:cNvSpPr txBox="1"/>
            <p:nvPr/>
          </p:nvSpPr>
          <p:spPr>
            <a:xfrm>
              <a:off x="5557853" y="1735291"/>
              <a:ext cx="48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0.3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DD2CE8B-9652-6E87-9045-420E9600028D}"/>
              </a:ext>
            </a:extLst>
          </p:cNvPr>
          <p:cNvGrpSpPr/>
          <p:nvPr/>
        </p:nvGrpSpPr>
        <p:grpSpPr>
          <a:xfrm>
            <a:off x="950848" y="605209"/>
            <a:ext cx="10360874" cy="1935927"/>
            <a:chOff x="865925" y="2443202"/>
            <a:chExt cx="10360874" cy="193592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0950640-B270-236E-5ADA-3E3BDE0F4D47}"/>
                </a:ext>
              </a:extLst>
            </p:cNvPr>
            <p:cNvGrpSpPr/>
            <p:nvPr/>
          </p:nvGrpSpPr>
          <p:grpSpPr>
            <a:xfrm>
              <a:off x="1384300" y="2794001"/>
              <a:ext cx="1905000" cy="1219200"/>
              <a:chOff x="1371600" y="1663700"/>
              <a:chExt cx="1905000" cy="1219200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49D0A662-6020-5652-517C-514F6688C3FF}"/>
                  </a:ext>
                </a:extLst>
              </p:cNvPr>
              <p:cNvCxnSpPr/>
              <p:nvPr/>
            </p:nvCxnSpPr>
            <p:spPr>
              <a:xfrm>
                <a:off x="1384300" y="1663700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1BC8A5DF-E06D-D200-2A71-2F854C9FA21D}"/>
                  </a:ext>
                </a:extLst>
              </p:cNvPr>
              <p:cNvCxnSpPr/>
              <p:nvPr/>
            </p:nvCxnSpPr>
            <p:spPr>
              <a:xfrm>
                <a:off x="1371600" y="2870200"/>
                <a:ext cx="19050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BB2570D-1E68-3686-568F-74E990B2BA7F}"/>
                </a:ext>
              </a:extLst>
            </p:cNvPr>
            <p:cNvGrpSpPr/>
            <p:nvPr/>
          </p:nvGrpSpPr>
          <p:grpSpPr>
            <a:xfrm>
              <a:off x="4851400" y="2794001"/>
              <a:ext cx="1905000" cy="1219200"/>
              <a:chOff x="1371600" y="1663700"/>
              <a:chExt cx="1905000" cy="121920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63CA87F8-26A9-7986-6529-63B0E8648FE7}"/>
                  </a:ext>
                </a:extLst>
              </p:cNvPr>
              <p:cNvCxnSpPr/>
              <p:nvPr/>
            </p:nvCxnSpPr>
            <p:spPr>
              <a:xfrm>
                <a:off x="1384300" y="1663700"/>
                <a:ext cx="0" cy="121920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C0BD469-D278-8B76-7215-700DB1E1D446}"/>
                  </a:ext>
                </a:extLst>
              </p:cNvPr>
              <p:cNvCxnSpPr/>
              <p:nvPr/>
            </p:nvCxnSpPr>
            <p:spPr>
              <a:xfrm>
                <a:off x="1371600" y="2870200"/>
                <a:ext cx="19050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50D22-9690-E110-3D99-A83F27577E99}"/>
                </a:ext>
              </a:extLst>
            </p:cNvPr>
            <p:cNvSpPr txBox="1"/>
            <p:nvPr/>
          </p:nvSpPr>
          <p:spPr>
            <a:xfrm flipH="1">
              <a:off x="865925" y="2443202"/>
              <a:ext cx="11808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규칙 </a:t>
              </a:r>
              <a:r>
                <a:rPr lang="en-US" altLang="ko-KR" sz="1400" dirty="0"/>
                <a:t>R1a</a:t>
              </a:r>
              <a:endParaRPr lang="ko-KR" altLang="en-US" sz="1400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8F5A939-9462-1A31-A23E-5FC80A9B2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2136" y="2930820"/>
              <a:ext cx="1117864" cy="108238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CB3FB06-2110-0B03-330C-BC1F92E40862}"/>
                </a:ext>
              </a:extLst>
            </p:cNvPr>
            <p:cNvCxnSpPr/>
            <p:nvPr/>
          </p:nvCxnSpPr>
          <p:spPr>
            <a:xfrm flipV="1">
              <a:off x="4826000" y="2902467"/>
              <a:ext cx="1257300" cy="111073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539278F-55E6-7D15-BB34-73D554929A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4701" y="2707976"/>
              <a:ext cx="1865" cy="12925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20AB5B-4357-371D-8BC0-49FB607BEAD7}"/>
                </a:ext>
              </a:extLst>
            </p:cNvPr>
            <p:cNvSpPr txBox="1"/>
            <p:nvPr/>
          </p:nvSpPr>
          <p:spPr>
            <a:xfrm>
              <a:off x="1537897" y="3966027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A4DFE2-3C7A-09B0-1AE1-4A661F0E8DBA}"/>
                </a:ext>
              </a:extLst>
            </p:cNvPr>
            <p:cNvSpPr txBox="1"/>
            <p:nvPr/>
          </p:nvSpPr>
          <p:spPr>
            <a:xfrm>
              <a:off x="5385653" y="4009797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-7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112B1F6-B6E2-D19C-E072-354D0DF2C220}"/>
                    </a:ext>
                  </a:extLst>
                </p:cNvPr>
                <p:cNvSpPr txBox="1"/>
                <p:nvPr/>
              </p:nvSpPr>
              <p:spPr>
                <a:xfrm flipH="1">
                  <a:off x="2399108" y="2892424"/>
                  <a:ext cx="593185" cy="37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112B1F6-B6E2-D19C-E072-354D0DF2C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99108" y="2892424"/>
                  <a:ext cx="593185" cy="37657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2870A21-A14D-1348-251C-B629051FC735}"/>
                    </a:ext>
                  </a:extLst>
                </p:cNvPr>
                <p:cNvSpPr txBox="1"/>
                <p:nvPr/>
              </p:nvSpPr>
              <p:spPr>
                <a:xfrm flipH="1">
                  <a:off x="5968963" y="2886618"/>
                  <a:ext cx="593185" cy="37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2870A21-A14D-1348-251C-B629051FC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68963" y="2886618"/>
                  <a:ext cx="593185" cy="37657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79C96E7-EB38-6A0B-E83F-C4C733744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2859" y="2946875"/>
              <a:ext cx="8663377" cy="2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04D9680-9288-51D2-E939-4748D5358E86}"/>
                </a:ext>
              </a:extLst>
            </p:cNvPr>
            <p:cNvCxnSpPr>
              <a:cxnSpLocks/>
            </p:cNvCxnSpPr>
            <p:nvPr/>
          </p:nvCxnSpPr>
          <p:spPr>
            <a:xfrm>
              <a:off x="4091401" y="3259450"/>
              <a:ext cx="6246399" cy="28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AFD3A3-AF93-6005-A56E-FA69540AA8DC}"/>
                    </a:ext>
                  </a:extLst>
                </p:cNvPr>
                <p:cNvSpPr txBox="1"/>
                <p:nvPr/>
              </p:nvSpPr>
              <p:spPr>
                <a:xfrm>
                  <a:off x="3573054" y="3601529"/>
                  <a:ext cx="5183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AFD3A3-AF93-6005-A56E-FA69540AA8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054" y="3601529"/>
                  <a:ext cx="51834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93F19E7-BFF4-357C-A1F5-B3AE55BB2B41}"/>
                </a:ext>
              </a:extLst>
            </p:cNvPr>
            <p:cNvCxnSpPr/>
            <p:nvPr/>
          </p:nvCxnSpPr>
          <p:spPr>
            <a:xfrm>
              <a:off x="8280400" y="2755899"/>
              <a:ext cx="0" cy="1219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3B14616D-7AC6-2C25-2FE7-6B89E590C0D9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0" y="3962399"/>
              <a:ext cx="2788227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A276EFE-FFFA-CD29-BB1A-8F1FD0EFE9A8}"/>
                </a:ext>
              </a:extLst>
            </p:cNvPr>
            <p:cNvSpPr txBox="1"/>
            <p:nvPr/>
          </p:nvSpPr>
          <p:spPr>
            <a:xfrm flipH="1">
              <a:off x="6736274" y="2889250"/>
              <a:ext cx="114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Min</a:t>
              </a:r>
              <a:r>
                <a:rPr lang="ko-KR" altLang="en-US" dirty="0"/>
                <a:t> </a:t>
              </a:r>
              <a:r>
                <a:rPr lang="en-US" altLang="ko-KR" dirty="0"/>
                <a:t>select</a:t>
              </a:r>
              <a:endParaRPr lang="ko-KR" alt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0F6FA6-8042-6C8A-9BE9-F0622C650383}"/>
                </a:ext>
              </a:extLst>
            </p:cNvPr>
            <p:cNvSpPr txBox="1"/>
            <p:nvPr/>
          </p:nvSpPr>
          <p:spPr>
            <a:xfrm flipH="1">
              <a:off x="10503878" y="2662347"/>
              <a:ext cx="7229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Max</a:t>
              </a:r>
              <a:r>
                <a:rPr lang="ko-KR" altLang="en-US" dirty="0"/>
                <a:t> </a:t>
              </a:r>
              <a:r>
                <a:rPr lang="en-US" altLang="ko-KR" dirty="0"/>
                <a:t>select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24E4F65-E069-0C78-1207-B63B6D068C5E}"/>
                    </a:ext>
                  </a:extLst>
                </p:cNvPr>
                <p:cNvSpPr txBox="1"/>
                <p:nvPr/>
              </p:nvSpPr>
              <p:spPr>
                <a:xfrm flipH="1">
                  <a:off x="2567739" y="2523310"/>
                  <a:ext cx="14183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입력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US" altLang="ko-KR" sz="1400" dirty="0"/>
                    <a:t> NM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24E4F65-E069-0C78-1207-B63B6D068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67739" y="2523310"/>
                  <a:ext cx="1418367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1288" t="-3922" b="-215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10D36D8-FD97-6AFC-2C44-EBAD4F7B664B}"/>
                    </a:ext>
                  </a:extLst>
                </p:cNvPr>
                <p:cNvSpPr txBox="1"/>
                <p:nvPr/>
              </p:nvSpPr>
              <p:spPr>
                <a:xfrm flipH="1">
                  <a:off x="4579786" y="2592575"/>
                  <a:ext cx="13652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입력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NS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10D36D8-FD97-6AFC-2C44-EBAD4F7B6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579786" y="2592575"/>
                  <a:ext cx="1365250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339" t="-6000" b="-2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FD8E8F-141F-B240-48AC-702594709B25}"/>
                </a:ext>
              </a:extLst>
            </p:cNvPr>
            <p:cNvSpPr txBox="1"/>
            <p:nvPr/>
          </p:nvSpPr>
          <p:spPr>
            <a:xfrm>
              <a:off x="980847" y="3946820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-10</a:t>
              </a:r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49092D2-D3A5-8F88-83B5-6B263293B2B4}"/>
                </a:ext>
              </a:extLst>
            </p:cNvPr>
            <p:cNvSpPr txBox="1"/>
            <p:nvPr/>
          </p:nvSpPr>
          <p:spPr>
            <a:xfrm>
              <a:off x="2220614" y="3982232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-5</a:t>
              </a:r>
              <a:endParaRPr lang="ko-KR" alt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BC780A5-5321-15BF-2BC2-181C9BA6B918}"/>
                </a:ext>
              </a:extLst>
            </p:cNvPr>
            <p:cNvSpPr txBox="1"/>
            <p:nvPr/>
          </p:nvSpPr>
          <p:spPr>
            <a:xfrm>
              <a:off x="4611587" y="3972275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-10</a:t>
              </a:r>
              <a:endParaRPr lang="ko-KR" alt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A57007-A7AE-E459-2D28-A7D65C601E46}"/>
                </a:ext>
              </a:extLst>
            </p:cNvPr>
            <p:cNvSpPr txBox="1"/>
            <p:nvPr/>
          </p:nvSpPr>
          <p:spPr>
            <a:xfrm>
              <a:off x="5761713" y="4002574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-5</a:t>
              </a:r>
              <a:endParaRPr lang="ko-KR" altLang="en-US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458B4F20-40FB-A676-2FFF-3B6BC21F2EDC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0" y="2962435"/>
              <a:ext cx="669882" cy="9967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13630C1-619E-96AB-1146-C40C832EFB7F}"/>
                </a:ext>
              </a:extLst>
            </p:cNvPr>
            <p:cNvSpPr txBox="1"/>
            <p:nvPr/>
          </p:nvSpPr>
          <p:spPr>
            <a:xfrm>
              <a:off x="9801236" y="3914355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-10</a:t>
              </a:r>
              <a:endParaRPr lang="ko-KR" alt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C790D7-D145-96D5-CC7D-EABE5DE7B625}"/>
                </a:ext>
              </a:extLst>
            </p:cNvPr>
            <p:cNvSpPr txBox="1"/>
            <p:nvPr/>
          </p:nvSpPr>
          <p:spPr>
            <a:xfrm>
              <a:off x="9066611" y="3917139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-15</a:t>
              </a:r>
              <a:endParaRPr lang="ko-KR" alt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F1A16C-ED7F-BBA3-E466-80CC2C47D537}"/>
                </a:ext>
              </a:extLst>
            </p:cNvPr>
            <p:cNvSpPr txBox="1"/>
            <p:nvPr/>
          </p:nvSpPr>
          <p:spPr>
            <a:xfrm>
              <a:off x="8055130" y="3933859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-25</a:t>
              </a:r>
              <a:endParaRPr lang="ko-KR" alt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7352CD3-FEE0-01B2-3C52-B571FC5B1C0C}"/>
                </a:ext>
              </a:extLst>
            </p:cNvPr>
            <p:cNvSpPr txBox="1"/>
            <p:nvPr/>
          </p:nvSpPr>
          <p:spPr>
            <a:xfrm>
              <a:off x="8612622" y="3917139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-20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6B8FC2A-E910-BA1A-57C8-638B58125C28}"/>
                    </a:ext>
                  </a:extLst>
                </p:cNvPr>
                <p:cNvSpPr txBox="1"/>
                <p:nvPr/>
              </p:nvSpPr>
              <p:spPr>
                <a:xfrm flipH="1">
                  <a:off x="8813749" y="2593103"/>
                  <a:ext cx="11848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/>
                    <a:t>출력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NB</m:t>
                      </m:r>
                    </m:oMath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6B8FC2A-E910-BA1A-57C8-638B58125C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13749" y="2593103"/>
                  <a:ext cx="118489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1546" t="-6000" b="-1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367F11B3-182D-EA14-603C-F1580605B2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5790" y="2963458"/>
              <a:ext cx="551099" cy="97523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A3E759B-E8B9-CBB4-AEBC-225A041AD92E}"/>
                </a:ext>
              </a:extLst>
            </p:cNvPr>
            <p:cNvSpPr txBox="1"/>
            <p:nvPr/>
          </p:nvSpPr>
          <p:spPr>
            <a:xfrm>
              <a:off x="10493967" y="3910890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-5</a:t>
              </a:r>
              <a:endParaRPr lang="ko-KR" altLang="en-US" dirty="0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9D511E05-0409-FD32-189D-15F20C9450F5}"/>
                </a:ext>
              </a:extLst>
            </p:cNvPr>
            <p:cNvSpPr/>
            <p:nvPr/>
          </p:nvSpPr>
          <p:spPr>
            <a:xfrm>
              <a:off x="9486900" y="3304309"/>
              <a:ext cx="1257300" cy="654627"/>
            </a:xfrm>
            <a:custGeom>
              <a:avLst/>
              <a:gdLst>
                <a:gd name="connsiteX0" fmla="*/ 0 w 1257300"/>
                <a:gd name="connsiteY0" fmla="*/ 644236 h 654627"/>
                <a:gd name="connsiteX1" fmla="*/ 374073 w 1257300"/>
                <a:gd name="connsiteY1" fmla="*/ 10391 h 654627"/>
                <a:gd name="connsiteX2" fmla="*/ 831273 w 1257300"/>
                <a:gd name="connsiteY2" fmla="*/ 0 h 654627"/>
                <a:gd name="connsiteX3" fmla="*/ 1257300 w 1257300"/>
                <a:gd name="connsiteY3" fmla="*/ 654627 h 654627"/>
                <a:gd name="connsiteX4" fmla="*/ 0 w 1257300"/>
                <a:gd name="connsiteY4" fmla="*/ 644236 h 6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300" h="654627">
                  <a:moveTo>
                    <a:pt x="0" y="644236"/>
                  </a:moveTo>
                  <a:lnTo>
                    <a:pt x="374073" y="10391"/>
                  </a:lnTo>
                  <a:lnTo>
                    <a:pt x="831273" y="0"/>
                  </a:lnTo>
                  <a:lnTo>
                    <a:pt x="1257300" y="654627"/>
                  </a:lnTo>
                  <a:lnTo>
                    <a:pt x="0" y="64423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6AC313F-C34B-535A-FAC7-B6699EF8B914}"/>
                </a:ext>
              </a:extLst>
            </p:cNvPr>
            <p:cNvSpPr txBox="1"/>
            <p:nvPr/>
          </p:nvSpPr>
          <p:spPr>
            <a:xfrm>
              <a:off x="5205233" y="2989888"/>
              <a:ext cx="48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0.6</a:t>
              </a:r>
              <a:endParaRPr lang="ko-KR" altLang="en-US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96717C4-3786-3ABF-6E3B-24F16C16D439}"/>
              </a:ext>
            </a:extLst>
          </p:cNvPr>
          <p:cNvSpPr txBox="1"/>
          <p:nvPr/>
        </p:nvSpPr>
        <p:spPr>
          <a:xfrm>
            <a:off x="9693325" y="5742386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-13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350D7-21BD-5BE8-32D6-888C163FA18D}"/>
              </a:ext>
            </a:extLst>
          </p:cNvPr>
          <p:cNvSpPr txBox="1"/>
          <p:nvPr/>
        </p:nvSpPr>
        <p:spPr>
          <a:xfrm flipH="1">
            <a:off x="6362490" y="501731"/>
            <a:ext cx="187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전반부 </a:t>
            </a:r>
            <a:r>
              <a:rPr lang="en-US" altLang="ko-KR" sz="1400" dirty="0"/>
              <a:t>R1a</a:t>
            </a:r>
            <a:r>
              <a:rPr lang="ko-KR" altLang="en-US" sz="1400" dirty="0"/>
              <a:t> </a:t>
            </a:r>
            <a:r>
              <a:rPr lang="en-US" altLang="ko-KR" sz="1400" dirty="0"/>
              <a:t>Val=</a:t>
            </a:r>
            <a:r>
              <a:rPr lang="en-US" altLang="ko-KR" sz="1400" dirty="0" err="1"/>
              <a:t>RuleA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A887E3-D670-E264-BE63-4846B94FFC88}"/>
              </a:ext>
            </a:extLst>
          </p:cNvPr>
          <p:cNvSpPr txBox="1"/>
          <p:nvPr/>
        </p:nvSpPr>
        <p:spPr>
          <a:xfrm flipH="1">
            <a:off x="6272778" y="2622818"/>
            <a:ext cx="187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전반부 </a:t>
            </a:r>
            <a:r>
              <a:rPr lang="en-US" altLang="ko-KR" sz="1400" dirty="0"/>
              <a:t>R1a</a:t>
            </a:r>
            <a:r>
              <a:rPr lang="ko-KR" altLang="en-US" sz="1400" dirty="0"/>
              <a:t> </a:t>
            </a:r>
            <a:r>
              <a:rPr lang="en-US" altLang="ko-KR" sz="1400" dirty="0"/>
              <a:t>Val=</a:t>
            </a:r>
            <a:r>
              <a:rPr lang="en-US" altLang="ko-KR" sz="1400" dirty="0" err="1"/>
              <a:t>RuleB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27D6D8-68AF-2A90-7F01-36D5BE25C901}"/>
              </a:ext>
            </a:extLst>
          </p:cNvPr>
          <p:cNvSpPr txBox="1"/>
          <p:nvPr/>
        </p:nvSpPr>
        <p:spPr>
          <a:xfrm flipH="1">
            <a:off x="8749391" y="397101"/>
            <a:ext cx="187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후건부</a:t>
            </a:r>
            <a:r>
              <a:rPr lang="ko-KR" altLang="en-US" sz="1400" dirty="0"/>
              <a:t> </a:t>
            </a:r>
            <a:r>
              <a:rPr lang="en-US" altLang="ko-KR" sz="1400" dirty="0"/>
              <a:t>SelectRule1a</a:t>
            </a:r>
            <a:endParaRPr lang="ko-KR" alt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54F331-1847-7545-2391-321977DEBC6B}"/>
              </a:ext>
            </a:extLst>
          </p:cNvPr>
          <p:cNvSpPr txBox="1"/>
          <p:nvPr/>
        </p:nvSpPr>
        <p:spPr>
          <a:xfrm flipH="1">
            <a:off x="8576304" y="2410373"/>
            <a:ext cx="1874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후건부</a:t>
            </a:r>
            <a:r>
              <a:rPr lang="ko-KR" altLang="en-US" sz="1400" dirty="0"/>
              <a:t> </a:t>
            </a:r>
            <a:r>
              <a:rPr lang="en-US" altLang="ko-KR" sz="1400" dirty="0"/>
              <a:t>SelectRule1b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82964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64863-FBD6-4153-EE5D-E594D3AA02CC}"/>
              </a:ext>
            </a:extLst>
          </p:cNvPr>
          <p:cNvSpPr txBox="1"/>
          <p:nvPr/>
        </p:nvSpPr>
        <p:spPr>
          <a:xfrm>
            <a:off x="1463040" y="436880"/>
            <a:ext cx="5458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4.3 Gar</a:t>
            </a:r>
            <a:r>
              <a:rPr lang="ko-KR" altLang="en-US" sz="2800" dirty="0">
                <a:solidFill>
                  <a:srgbClr val="FFFF00"/>
                </a:solidFill>
              </a:rPr>
              <a:t> </a:t>
            </a:r>
            <a:r>
              <a:rPr lang="en-US" altLang="ko-KR" sz="2800" dirty="0">
                <a:solidFill>
                  <a:srgbClr val="FFFF00"/>
                </a:solidFill>
              </a:rPr>
              <a:t>min GHC 50 Actuator </a:t>
            </a:r>
            <a:r>
              <a:rPr lang="ko-KR" altLang="en-US" sz="2800" dirty="0">
                <a:solidFill>
                  <a:srgbClr val="FFFF00"/>
                </a:solidFill>
              </a:rPr>
              <a:t>호환</a:t>
            </a:r>
            <a:r>
              <a:rPr lang="en-US" altLang="ko-KR" sz="2800" dirty="0">
                <a:solidFill>
                  <a:srgbClr val="FFFF00"/>
                </a:solidFill>
              </a:rPr>
              <a:t> 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4017E-BEC4-20D3-6792-FB32A7925E2C}"/>
              </a:ext>
            </a:extLst>
          </p:cNvPr>
          <p:cNvSpPr txBox="1"/>
          <p:nvPr/>
        </p:nvSpPr>
        <p:spPr>
          <a:xfrm>
            <a:off x="1544320" y="900432"/>
            <a:ext cx="10715498" cy="1673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가민 </a:t>
            </a:r>
            <a:r>
              <a:rPr lang="ko-KR" altLang="en-US" dirty="0" err="1"/>
              <a:t>액츄에이터는</a:t>
            </a:r>
            <a:r>
              <a:rPr lang="ko-KR" altLang="en-US" dirty="0"/>
              <a:t> </a:t>
            </a:r>
            <a:r>
              <a:rPr lang="ko-KR" altLang="en-US" dirty="0" err="1"/>
              <a:t>정역</a:t>
            </a:r>
            <a:r>
              <a:rPr lang="ko-KR" altLang="en-US" dirty="0"/>
              <a:t> 모터에 의한  </a:t>
            </a:r>
            <a:r>
              <a:rPr lang="en-US" altLang="ko-KR" dirty="0"/>
              <a:t>300 mm </a:t>
            </a:r>
            <a:r>
              <a:rPr lang="ko-KR" altLang="en-US" dirty="0"/>
              <a:t>길이의 </a:t>
            </a:r>
            <a:r>
              <a:rPr lang="en-US" altLang="ko-KR" dirty="0"/>
              <a:t>transverse</a:t>
            </a:r>
            <a:r>
              <a:rPr lang="ko-KR" altLang="en-US" dirty="0"/>
              <a:t> </a:t>
            </a:r>
            <a:r>
              <a:rPr lang="en-US" altLang="ko-KR" dirty="0"/>
              <a:t>bar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위치 결정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일반적인 조타기 제한 </a:t>
            </a:r>
            <a:r>
              <a:rPr lang="ko-KR" altLang="en-US" dirty="0" err="1"/>
              <a:t>좌우현</a:t>
            </a:r>
            <a:r>
              <a:rPr lang="ko-KR" altLang="en-US" dirty="0"/>
              <a:t> </a:t>
            </a:r>
            <a:r>
              <a:rPr lang="en-US" altLang="ko-KR" dirty="0"/>
              <a:t>30</a:t>
            </a:r>
            <a:r>
              <a:rPr lang="ko-KR" altLang="en-US" dirty="0"/>
              <a:t>도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가민 </a:t>
            </a:r>
            <a:r>
              <a:rPr lang="en-US" altLang="ko-KR" dirty="0"/>
              <a:t>Trans Bar 190 mm ,</a:t>
            </a:r>
            <a:r>
              <a:rPr lang="ko-KR" altLang="en-US" dirty="0"/>
              <a:t>좌우</a:t>
            </a:r>
            <a:r>
              <a:rPr lang="en-US" altLang="ko-KR" dirty="0"/>
              <a:t> </a:t>
            </a:r>
            <a:r>
              <a:rPr lang="ko-KR" altLang="en-US" dirty="0"/>
              <a:t>여유</a:t>
            </a:r>
            <a:r>
              <a:rPr lang="en-US" altLang="ko-KR" dirty="0"/>
              <a:t> 10 mm </a:t>
            </a:r>
            <a:r>
              <a:rPr lang="ko-KR" altLang="en-US" dirty="0"/>
              <a:t>두고</a:t>
            </a:r>
            <a:r>
              <a:rPr lang="en-US" altLang="ko-KR" dirty="0"/>
              <a:t> </a:t>
            </a:r>
            <a:r>
              <a:rPr lang="ko-KR" altLang="en-US" dirty="0"/>
              <a:t>중간</a:t>
            </a:r>
            <a:r>
              <a:rPr lang="en-US" altLang="ko-KR" dirty="0"/>
              <a:t> 100 mm</a:t>
            </a:r>
            <a:r>
              <a:rPr lang="ko-KR" altLang="en-US" dirty="0"/>
              <a:t> 위치를 </a:t>
            </a:r>
            <a:r>
              <a:rPr lang="en-US" altLang="ko-KR" dirty="0" err="1"/>
              <a:t>MidShip</a:t>
            </a:r>
            <a:r>
              <a:rPr lang="ko-KR" altLang="en-US" dirty="0"/>
              <a:t>으로 하여 좌우 </a:t>
            </a:r>
            <a:r>
              <a:rPr lang="en-US" altLang="ko-KR" dirty="0"/>
              <a:t>30</a:t>
            </a:r>
            <a:r>
              <a:rPr lang="ko-KR" altLang="en-US" dirty="0"/>
              <a:t>도를 매칭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70B24D8-1ECA-B37A-8C1D-BE1F8B7EA6DB}"/>
              </a:ext>
            </a:extLst>
          </p:cNvPr>
          <p:cNvGrpSpPr/>
          <p:nvPr/>
        </p:nvGrpSpPr>
        <p:grpSpPr>
          <a:xfrm>
            <a:off x="2670425" y="2736953"/>
            <a:ext cx="5714811" cy="1649489"/>
            <a:chOff x="2639945" y="3468473"/>
            <a:chExt cx="5714811" cy="164948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329D13E-F717-6C2F-A7D0-904785603F2D}"/>
                </a:ext>
              </a:extLst>
            </p:cNvPr>
            <p:cNvSpPr/>
            <p:nvPr/>
          </p:nvSpPr>
          <p:spPr>
            <a:xfrm>
              <a:off x="3119120" y="4196080"/>
              <a:ext cx="4714240" cy="1930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D406389-C21C-05C3-50B0-71E3F94DC9F7}"/>
                </a:ext>
              </a:extLst>
            </p:cNvPr>
            <p:cNvCxnSpPr/>
            <p:nvPr/>
          </p:nvCxnSpPr>
          <p:spPr>
            <a:xfrm>
              <a:off x="3210560" y="3814425"/>
              <a:ext cx="0" cy="10623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86D9086-5E20-E445-85BF-8C7EBAF3611E}"/>
                </a:ext>
              </a:extLst>
            </p:cNvPr>
            <p:cNvCxnSpPr/>
            <p:nvPr/>
          </p:nvCxnSpPr>
          <p:spPr>
            <a:xfrm>
              <a:off x="7782560" y="3761412"/>
              <a:ext cx="0" cy="10623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2BE5CFC-ECD8-059C-516F-B695DEB9AD8F}"/>
                </a:ext>
              </a:extLst>
            </p:cNvPr>
            <p:cNvCxnSpPr/>
            <p:nvPr/>
          </p:nvCxnSpPr>
          <p:spPr>
            <a:xfrm>
              <a:off x="5486400" y="3791891"/>
              <a:ext cx="0" cy="106237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7A2310-8D59-481C-65E1-57042F5DEB70}"/>
                </a:ext>
              </a:extLst>
            </p:cNvPr>
            <p:cNvSpPr txBox="1"/>
            <p:nvPr/>
          </p:nvSpPr>
          <p:spPr>
            <a:xfrm>
              <a:off x="4986904" y="3523734"/>
              <a:ext cx="998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Mid</a:t>
              </a:r>
              <a:r>
                <a:rPr lang="ko-KR" altLang="en-US" dirty="0"/>
                <a:t> </a:t>
              </a:r>
              <a:r>
                <a:rPr lang="en-US" altLang="ko-KR" dirty="0"/>
                <a:t>Ship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511711-1AA8-4850-5F53-A834820D27E9}"/>
                </a:ext>
              </a:extLst>
            </p:cNvPr>
            <p:cNvSpPr txBox="1"/>
            <p:nvPr/>
          </p:nvSpPr>
          <p:spPr>
            <a:xfrm>
              <a:off x="2639945" y="3490575"/>
              <a:ext cx="865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Port 30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111BF2-4983-923E-C1CB-D0BE41B31886}"/>
                </a:ext>
              </a:extLst>
            </p:cNvPr>
            <p:cNvSpPr txBox="1"/>
            <p:nvPr/>
          </p:nvSpPr>
          <p:spPr>
            <a:xfrm>
              <a:off x="7380293" y="3468473"/>
              <a:ext cx="973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STBD 30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8D563C-0215-FEDE-5ED8-1E9190BF85A4}"/>
                </a:ext>
              </a:extLst>
            </p:cNvPr>
            <p:cNvSpPr txBox="1"/>
            <p:nvPr/>
          </p:nvSpPr>
          <p:spPr>
            <a:xfrm>
              <a:off x="5090160" y="4748630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95 mm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0BD9EF-C496-0D29-48C6-E54546379087}"/>
                </a:ext>
              </a:extLst>
            </p:cNvPr>
            <p:cNvSpPr txBox="1"/>
            <p:nvPr/>
          </p:nvSpPr>
          <p:spPr>
            <a:xfrm>
              <a:off x="2896477" y="4724801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10 mm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A39A55-B211-FD1E-BFEB-9B54428F6A07}"/>
                </a:ext>
              </a:extLst>
            </p:cNvPr>
            <p:cNvSpPr txBox="1"/>
            <p:nvPr/>
          </p:nvSpPr>
          <p:spPr>
            <a:xfrm>
              <a:off x="7418281" y="4746124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180 mm</a:t>
              </a:r>
              <a:endParaRPr lang="ko-KR" alt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3025555-12DE-74A0-2A8D-2FE818EC40C2}"/>
              </a:ext>
            </a:extLst>
          </p:cNvPr>
          <p:cNvSpPr txBox="1"/>
          <p:nvPr/>
        </p:nvSpPr>
        <p:spPr>
          <a:xfrm>
            <a:off x="1751193" y="4488676"/>
            <a:ext cx="4052648" cy="1119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Position x = </a:t>
            </a:r>
            <a:r>
              <a:rPr lang="en-US" altLang="ko-KR" dirty="0" err="1"/>
              <a:t>ControlU</a:t>
            </a:r>
            <a:r>
              <a:rPr lang="en-US" altLang="ko-KR" dirty="0"/>
              <a:t> * 85/30  + 95 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ControlU</a:t>
            </a:r>
            <a:r>
              <a:rPr lang="en-US" altLang="ko-KR" dirty="0"/>
              <a:t>  port -, STBD + </a:t>
            </a:r>
            <a:r>
              <a:rPr lang="ko-KR" altLang="en-US" dirty="0"/>
              <a:t>값</a:t>
            </a:r>
            <a:r>
              <a:rPr lang="en-US" altLang="ko-KR" dirty="0"/>
              <a:t> 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782920-22B9-C9D9-2F8F-C7845FF0EE38}"/>
              </a:ext>
            </a:extLst>
          </p:cNvPr>
          <p:cNvCxnSpPr/>
          <p:nvPr/>
        </p:nvCxnSpPr>
        <p:spPr>
          <a:xfrm>
            <a:off x="3241040" y="3850640"/>
            <a:ext cx="22758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6CDE11D-C0DF-E79F-DEC5-381516AC1809}"/>
              </a:ext>
            </a:extLst>
          </p:cNvPr>
          <p:cNvCxnSpPr/>
          <p:nvPr/>
        </p:nvCxnSpPr>
        <p:spPr>
          <a:xfrm>
            <a:off x="5537200" y="3850640"/>
            <a:ext cx="22758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731AFDC-B3E6-71B0-C583-AAE6E67822A2}"/>
              </a:ext>
            </a:extLst>
          </p:cNvPr>
          <p:cNvSpPr txBox="1"/>
          <p:nvPr/>
        </p:nvSpPr>
        <p:spPr>
          <a:xfrm>
            <a:off x="3947901" y="367009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85 mm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BF480A-7F3F-2BFA-94B9-CBC0AA819BA3}"/>
              </a:ext>
            </a:extLst>
          </p:cNvPr>
          <p:cNvSpPr txBox="1"/>
          <p:nvPr/>
        </p:nvSpPr>
        <p:spPr>
          <a:xfrm>
            <a:off x="6244060" y="3661095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85 mm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51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4E94AB-F35B-A009-DA17-3D94F7F271EF}"/>
              </a:ext>
            </a:extLst>
          </p:cNvPr>
          <p:cNvSpPr/>
          <p:nvPr/>
        </p:nvSpPr>
        <p:spPr>
          <a:xfrm>
            <a:off x="1310640" y="2550160"/>
            <a:ext cx="1290320" cy="4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ControlU</a:t>
            </a:r>
            <a:r>
              <a:rPr lang="en-US" altLang="ko-KR" dirty="0">
                <a:solidFill>
                  <a:schemeClr val="bg1"/>
                </a:solidFill>
              </a:rPr>
              <a:t> U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8EE5A-840D-B228-7835-3F2BF02FF789}"/>
              </a:ext>
            </a:extLst>
          </p:cNvPr>
          <p:cNvSpPr txBox="1"/>
          <p:nvPr/>
        </p:nvSpPr>
        <p:spPr>
          <a:xfrm>
            <a:off x="1596567" y="218082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Angle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908573-4C78-CB5C-0AFC-07BFFDC97AE3}"/>
              </a:ext>
            </a:extLst>
          </p:cNvPr>
          <p:cNvSpPr/>
          <p:nvPr/>
        </p:nvSpPr>
        <p:spPr>
          <a:xfrm>
            <a:off x="3738880" y="2550160"/>
            <a:ext cx="1838960" cy="4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Position P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P=U *2.83+95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397F08B-F1F3-4228-0D72-A3138FD087AD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2600960" y="2783840"/>
            <a:ext cx="113792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708335-C340-90AD-5A06-0B7B9AABC880}"/>
              </a:ext>
            </a:extLst>
          </p:cNvPr>
          <p:cNvSpPr/>
          <p:nvPr/>
        </p:nvSpPr>
        <p:spPr>
          <a:xfrm>
            <a:off x="6350000" y="2550160"/>
            <a:ext cx="2123440" cy="4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(int)Position/0.0057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9B58F-2664-5F28-BE18-E215F29F279F}"/>
              </a:ext>
            </a:extLst>
          </p:cNvPr>
          <p:cNvSpPr txBox="1"/>
          <p:nvPr/>
        </p:nvSpPr>
        <p:spPr>
          <a:xfrm>
            <a:off x="6350000" y="2131815"/>
            <a:ext cx="2027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pgn127245.Position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90AC8E7-5D80-E94D-FA33-1B1E9DC7450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577840" y="2783840"/>
            <a:ext cx="782319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60AEF29-A1D1-1658-616B-62B0ACF17587}"/>
              </a:ext>
            </a:extLst>
          </p:cNvPr>
          <p:cNvSpPr txBox="1"/>
          <p:nvPr/>
        </p:nvSpPr>
        <p:spPr>
          <a:xfrm>
            <a:off x="1800363" y="4287520"/>
            <a:ext cx="7554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When </a:t>
            </a:r>
            <a:r>
              <a:rPr lang="en-US" altLang="ko-KR" dirty="0" err="1"/>
              <a:t>ControlU</a:t>
            </a:r>
            <a:r>
              <a:rPr lang="en-US" altLang="ko-KR" dirty="0"/>
              <a:t> = -30,  Position = 10.0, pgn127245.Position = 1,754 = 0x 6DA</a:t>
            </a:r>
          </a:p>
          <a:p>
            <a:r>
              <a:rPr lang="en-US" altLang="ko-KR" dirty="0"/>
              <a:t>When </a:t>
            </a:r>
            <a:r>
              <a:rPr lang="en-US" altLang="ko-KR" dirty="0" err="1"/>
              <a:t>ControlU</a:t>
            </a:r>
            <a:r>
              <a:rPr lang="en-US" altLang="ko-KR" dirty="0"/>
              <a:t> = 30, Position = 180, pgn127245.Position = 31,578 = 0x7B5A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E6A0F5-BAE9-1FD1-F2E2-06C9058353F5}"/>
              </a:ext>
            </a:extLst>
          </p:cNvPr>
          <p:cNvSpPr txBox="1"/>
          <p:nvPr/>
        </p:nvSpPr>
        <p:spPr>
          <a:xfrm>
            <a:off x="3169920" y="3429000"/>
            <a:ext cx="4052648" cy="567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Position x = </a:t>
            </a:r>
            <a:r>
              <a:rPr lang="en-US" altLang="ko-KR" dirty="0" err="1"/>
              <a:t>ControlU</a:t>
            </a:r>
            <a:r>
              <a:rPr lang="en-US" altLang="ko-KR" dirty="0"/>
              <a:t> * 85/30  + 95   </a:t>
            </a:r>
          </a:p>
        </p:txBody>
      </p:sp>
    </p:spTree>
    <p:extLst>
      <p:ext uri="{BB962C8B-B14F-4D97-AF65-F5344CB8AC3E}">
        <p14:creationId xmlns:p14="http://schemas.microsoft.com/office/powerpoint/2010/main" val="2675829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EA6D5-F0BD-EB32-3550-29B71DF6956B}"/>
              </a:ext>
            </a:extLst>
          </p:cNvPr>
          <p:cNvSpPr txBox="1"/>
          <p:nvPr/>
        </p:nvSpPr>
        <p:spPr>
          <a:xfrm>
            <a:off x="765456" y="361465"/>
            <a:ext cx="3571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4.4 </a:t>
            </a:r>
            <a:r>
              <a:rPr lang="ko-KR" altLang="en-US" sz="2800" dirty="0">
                <a:solidFill>
                  <a:srgbClr val="FFFF00"/>
                </a:solidFill>
              </a:rPr>
              <a:t>복합</a:t>
            </a:r>
            <a:r>
              <a:rPr lang="en-US" altLang="ko-KR" sz="2800" dirty="0">
                <a:solidFill>
                  <a:srgbClr val="FFFF00"/>
                </a:solidFill>
              </a:rPr>
              <a:t> </a:t>
            </a:r>
            <a:r>
              <a:rPr lang="ko-KR" altLang="en-US" sz="2800" dirty="0">
                <a:solidFill>
                  <a:srgbClr val="FFFF00"/>
                </a:solidFill>
              </a:rPr>
              <a:t>시스템</a:t>
            </a:r>
            <a:r>
              <a:rPr lang="en-US" altLang="ko-KR" sz="2800" dirty="0">
                <a:solidFill>
                  <a:srgbClr val="FFFF00"/>
                </a:solidFill>
              </a:rPr>
              <a:t> </a:t>
            </a:r>
            <a:r>
              <a:rPr lang="ko-KR" altLang="en-US" sz="2800" dirty="0">
                <a:solidFill>
                  <a:srgbClr val="FFFF00"/>
                </a:solidFill>
              </a:rPr>
              <a:t>구성</a:t>
            </a:r>
            <a:r>
              <a:rPr lang="en-US" altLang="ko-KR" sz="2800" dirty="0">
                <a:solidFill>
                  <a:srgbClr val="FFFF00"/>
                </a:solidFill>
              </a:rPr>
              <a:t> 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F382D-2B54-EFD3-DCB9-D485AD22D209}"/>
              </a:ext>
            </a:extLst>
          </p:cNvPr>
          <p:cNvSpPr txBox="1"/>
          <p:nvPr/>
        </p:nvSpPr>
        <p:spPr>
          <a:xfrm>
            <a:off x="1310327" y="884038"/>
            <a:ext cx="106838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Simulation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Mode : Ship Model (HD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System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의 입력과 출력 모두 </a:t>
            </a:r>
            <a:r>
              <a:rPr lang="en-US" altLang="ko-KR" dirty="0">
                <a:solidFill>
                  <a:schemeClr val="bg1"/>
                </a:solidFill>
              </a:rPr>
              <a:t>GUI</a:t>
            </a:r>
            <a:r>
              <a:rPr lang="ko-KR" altLang="en-US" dirty="0">
                <a:solidFill>
                  <a:schemeClr val="bg1"/>
                </a:solidFill>
              </a:rPr>
              <a:t>에 의해 설정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</a:rPr>
              <a:t>HalfHil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Mode : </a:t>
            </a:r>
            <a:r>
              <a:rPr lang="ko-KR" altLang="en-US" dirty="0">
                <a:solidFill>
                  <a:schemeClr val="bg1"/>
                </a:solidFill>
              </a:rPr>
              <a:t>해상상태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헤딩각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RoT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ControlU</a:t>
            </a:r>
            <a:r>
              <a:rPr lang="ko-KR" altLang="en-US" dirty="0">
                <a:solidFill>
                  <a:schemeClr val="bg1"/>
                </a:solidFill>
              </a:rPr>
              <a:t>출력</a:t>
            </a:r>
            <a:r>
              <a:rPr lang="en-US" altLang="ko-KR" dirty="0">
                <a:solidFill>
                  <a:schemeClr val="bg1"/>
                </a:solidFill>
              </a:rPr>
              <a:t>, pgn127245(Rudder)</a:t>
            </a:r>
            <a:r>
              <a:rPr lang="ko-KR" altLang="en-US" dirty="0">
                <a:solidFill>
                  <a:schemeClr val="bg1"/>
                </a:solidFill>
              </a:rPr>
              <a:t>등은 모두 </a:t>
            </a:r>
            <a:r>
              <a:rPr lang="en-US" altLang="ko-KR" dirty="0">
                <a:solidFill>
                  <a:schemeClr val="bg1"/>
                </a:solidFill>
              </a:rPr>
              <a:t>network</a:t>
            </a:r>
            <a:r>
              <a:rPr lang="ko-KR" altLang="en-US" dirty="0">
                <a:solidFill>
                  <a:schemeClr val="bg1"/>
                </a:solidFill>
              </a:rPr>
              <a:t>와 연계하지만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buClr>
                <a:srgbClr val="FF0000"/>
              </a:buClr>
            </a:pPr>
            <a:r>
              <a:rPr lang="en-US" altLang="ko-KR" dirty="0">
                <a:solidFill>
                  <a:schemeClr val="bg1"/>
                </a:solidFill>
              </a:rPr>
              <a:t>             </a:t>
            </a:r>
            <a:r>
              <a:rPr lang="ko-KR" altLang="en-US" dirty="0">
                <a:solidFill>
                  <a:schemeClr val="bg1"/>
                </a:solidFill>
              </a:rPr>
              <a:t>선상이 아니고 가민 </a:t>
            </a:r>
            <a:r>
              <a:rPr lang="en-US" altLang="ko-KR" dirty="0">
                <a:solidFill>
                  <a:schemeClr val="bg1"/>
                </a:solidFill>
              </a:rPr>
              <a:t>rudder act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ko-KR" altLang="en-US" dirty="0" err="1">
                <a:solidFill>
                  <a:schemeClr val="bg1"/>
                </a:solidFill>
              </a:rPr>
              <a:t>직접출력할</a:t>
            </a:r>
            <a:r>
              <a:rPr lang="ko-KR" altLang="en-US" dirty="0">
                <a:solidFill>
                  <a:schemeClr val="bg1"/>
                </a:solidFill>
              </a:rPr>
              <a:t> 수 없으므로 </a:t>
            </a:r>
            <a:r>
              <a:rPr lang="en-US" altLang="ko-KR" dirty="0" err="1">
                <a:solidFill>
                  <a:schemeClr val="bg1"/>
                </a:solidFill>
              </a:rPr>
              <a:t>controlU</a:t>
            </a:r>
            <a:r>
              <a:rPr lang="ko-KR" altLang="en-US" dirty="0">
                <a:solidFill>
                  <a:schemeClr val="bg1"/>
                </a:solidFill>
              </a:rPr>
              <a:t>와 헤딩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RoT</a:t>
            </a:r>
            <a:r>
              <a:rPr lang="ko-KR" altLang="en-US" dirty="0">
                <a:solidFill>
                  <a:schemeClr val="bg1"/>
                </a:solidFill>
              </a:rPr>
              <a:t>는 </a:t>
            </a:r>
            <a:r>
              <a:rPr lang="en-US" altLang="ko-KR" dirty="0">
                <a:solidFill>
                  <a:schemeClr val="bg1"/>
                </a:solidFill>
              </a:rPr>
              <a:t>HD </a:t>
            </a:r>
            <a:r>
              <a:rPr lang="en-US" altLang="ko-KR" dirty="0" err="1">
                <a:solidFill>
                  <a:schemeClr val="bg1"/>
                </a:solidFill>
              </a:rPr>
              <a:t>sytem</a:t>
            </a:r>
            <a:r>
              <a:rPr lang="ko-KR" altLang="en-US" dirty="0">
                <a:solidFill>
                  <a:schemeClr val="bg1"/>
                </a:solidFill>
              </a:rPr>
              <a:t>을 사용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</a:rPr>
              <a:t>Hil</a:t>
            </a:r>
            <a:r>
              <a:rPr lang="en-US" altLang="ko-KR" dirty="0">
                <a:solidFill>
                  <a:schemeClr val="bg1"/>
                </a:solidFill>
              </a:rPr>
              <a:t> Mode : </a:t>
            </a:r>
            <a:r>
              <a:rPr lang="ko-KR" altLang="en-US" dirty="0">
                <a:solidFill>
                  <a:schemeClr val="bg1"/>
                </a:solidFill>
              </a:rPr>
              <a:t>모든 신호는 </a:t>
            </a:r>
            <a:r>
              <a:rPr lang="en-US" altLang="ko-KR" dirty="0">
                <a:solidFill>
                  <a:schemeClr val="bg1"/>
                </a:solidFill>
              </a:rPr>
              <a:t>network</a:t>
            </a:r>
            <a:r>
              <a:rPr lang="ko-KR" altLang="en-US" dirty="0">
                <a:solidFill>
                  <a:schemeClr val="bg1"/>
                </a:solidFill>
              </a:rPr>
              <a:t>로 부터 </a:t>
            </a:r>
            <a:r>
              <a:rPr lang="ko-KR" altLang="en-US" dirty="0" err="1">
                <a:solidFill>
                  <a:schemeClr val="bg1"/>
                </a:solidFill>
              </a:rPr>
              <a:t>입출력하여</a:t>
            </a:r>
            <a:r>
              <a:rPr lang="ko-KR" altLang="en-US" dirty="0">
                <a:solidFill>
                  <a:schemeClr val="bg1"/>
                </a:solidFill>
              </a:rPr>
              <a:t> 완전한 선상 실험모드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BDB725-676F-8B7A-F26E-5756FBE55B06}"/>
              </a:ext>
            </a:extLst>
          </p:cNvPr>
          <p:cNvSpPr/>
          <p:nvPr/>
        </p:nvSpPr>
        <p:spPr>
          <a:xfrm>
            <a:off x="6094517" y="2694931"/>
            <a:ext cx="1150070" cy="29838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Fuzzy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Controller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987397-3577-A8C2-1339-715B76223B21}"/>
              </a:ext>
            </a:extLst>
          </p:cNvPr>
          <p:cNvSpPr/>
          <p:nvPr/>
        </p:nvSpPr>
        <p:spPr>
          <a:xfrm>
            <a:off x="7944381" y="2694930"/>
            <a:ext cx="1045736" cy="1491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HD System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53F9E4E-F56A-8750-7D3C-EF0AA4616B9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244587" y="3440897"/>
            <a:ext cx="6997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511B2D-C30C-15F6-7E07-1686841EAF39}"/>
              </a:ext>
            </a:extLst>
          </p:cNvPr>
          <p:cNvSpPr/>
          <p:nvPr/>
        </p:nvSpPr>
        <p:spPr>
          <a:xfrm>
            <a:off x="2846893" y="2749336"/>
            <a:ext cx="954317" cy="7356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SimModGUI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52E12B6-C0FA-A582-08EF-7C4A946ED5D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801210" y="3117146"/>
            <a:ext cx="229330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BD3317-52D1-5720-ADC7-1FB8BD470381}"/>
              </a:ext>
            </a:extLst>
          </p:cNvPr>
          <p:cNvSpPr txBox="1"/>
          <p:nvPr/>
        </p:nvSpPr>
        <p:spPr>
          <a:xfrm>
            <a:off x="9221074" y="2477201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HeadinAngle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 err="1">
                <a:solidFill>
                  <a:schemeClr val="bg1"/>
                </a:solidFill>
              </a:rPr>
              <a:t>RoT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86CFD40-583B-CB5C-17C8-E72970CBD145}"/>
              </a:ext>
            </a:extLst>
          </p:cNvPr>
          <p:cNvCxnSpPr>
            <a:cxnSpLocks/>
          </p:cNvCxnSpPr>
          <p:nvPr/>
        </p:nvCxnSpPr>
        <p:spPr>
          <a:xfrm>
            <a:off x="8990117" y="3107332"/>
            <a:ext cx="112484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42D9F9-ADB6-7258-6094-D2D55F40CE3C}"/>
              </a:ext>
            </a:extLst>
          </p:cNvPr>
          <p:cNvSpPr txBox="1"/>
          <p:nvPr/>
        </p:nvSpPr>
        <p:spPr>
          <a:xfrm>
            <a:off x="4462740" y="307156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Sea state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0408DD-16DA-D07D-88D7-768BE1E3D3FC}"/>
              </a:ext>
            </a:extLst>
          </p:cNvPr>
          <p:cNvSpPr txBox="1"/>
          <p:nvPr/>
        </p:nvSpPr>
        <p:spPr>
          <a:xfrm>
            <a:off x="3882661" y="2494337"/>
            <a:ext cx="1686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Controller para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HD System para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A70A67C2-C1AC-2D1A-8AB4-94CD8A3429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74936" y="2361367"/>
            <a:ext cx="3456587" cy="744338"/>
          </a:xfrm>
          <a:prstGeom prst="bentConnector3">
            <a:avLst>
              <a:gd name="adj1" fmla="val 10018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EF40DD0-37C9-0914-BDB6-E86028A91077}"/>
              </a:ext>
            </a:extLst>
          </p:cNvPr>
          <p:cNvCxnSpPr>
            <a:cxnSpLocks/>
          </p:cNvCxnSpPr>
          <p:nvPr/>
        </p:nvCxnSpPr>
        <p:spPr>
          <a:xfrm flipH="1">
            <a:off x="9131522" y="2361366"/>
            <a:ext cx="1" cy="7459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8500D59-6FCB-CE24-2891-F1987F4ED876}"/>
              </a:ext>
            </a:extLst>
          </p:cNvPr>
          <p:cNvSpPr/>
          <p:nvPr/>
        </p:nvSpPr>
        <p:spPr>
          <a:xfrm>
            <a:off x="2846893" y="3741874"/>
            <a:ext cx="954317" cy="7356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HalfHilMod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GUI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793E592-B255-A4B0-97C3-ADE887484B98}"/>
              </a:ext>
            </a:extLst>
          </p:cNvPr>
          <p:cNvCxnSpPr>
            <a:cxnSpLocks/>
          </p:cNvCxnSpPr>
          <p:nvPr/>
        </p:nvCxnSpPr>
        <p:spPr>
          <a:xfrm>
            <a:off x="3801210" y="4109683"/>
            <a:ext cx="229330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FFD1566-D011-E68A-A492-734D44882C2D}"/>
              </a:ext>
            </a:extLst>
          </p:cNvPr>
          <p:cNvSpPr txBox="1"/>
          <p:nvPr/>
        </p:nvSpPr>
        <p:spPr>
          <a:xfrm>
            <a:off x="3884338" y="3501450"/>
            <a:ext cx="1686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Controller para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HD System para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FA52EB7-E296-19F6-8452-E4CD7C17CA5D}"/>
              </a:ext>
            </a:extLst>
          </p:cNvPr>
          <p:cNvCxnSpPr/>
          <p:nvPr/>
        </p:nvCxnSpPr>
        <p:spPr>
          <a:xfrm>
            <a:off x="5872898" y="2361366"/>
            <a:ext cx="0" cy="17483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FC30006-560A-CDC8-92C5-1B38775EF77F}"/>
              </a:ext>
            </a:extLst>
          </p:cNvPr>
          <p:cNvSpPr/>
          <p:nvPr/>
        </p:nvSpPr>
        <p:spPr>
          <a:xfrm>
            <a:off x="1542679" y="3742162"/>
            <a:ext cx="954317" cy="7544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N2K network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BE2AF1B-7CA7-A9EA-1D0A-5D332B7AF680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2496996" y="4109683"/>
            <a:ext cx="349897" cy="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6F7F1EC-CCAE-08E6-90CC-AFD5B13AF8F1}"/>
              </a:ext>
            </a:extLst>
          </p:cNvPr>
          <p:cNvSpPr/>
          <p:nvPr/>
        </p:nvSpPr>
        <p:spPr>
          <a:xfrm>
            <a:off x="2846892" y="4734412"/>
            <a:ext cx="954317" cy="7356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HilMod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GUI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2746117-3A52-B829-5D1C-E0126F9F4964}"/>
              </a:ext>
            </a:extLst>
          </p:cNvPr>
          <p:cNvCxnSpPr>
            <a:cxnSpLocks/>
          </p:cNvCxnSpPr>
          <p:nvPr/>
        </p:nvCxnSpPr>
        <p:spPr>
          <a:xfrm>
            <a:off x="3793351" y="5082213"/>
            <a:ext cx="229330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8E90C8D-F60D-DC3C-CE6A-F6A98429A4B6}"/>
              </a:ext>
            </a:extLst>
          </p:cNvPr>
          <p:cNvSpPr txBox="1"/>
          <p:nvPr/>
        </p:nvSpPr>
        <p:spPr>
          <a:xfrm>
            <a:off x="3876479" y="4728509"/>
            <a:ext cx="16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Controller para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2604D64-536D-F5CE-8A1B-8DA24027DFDC}"/>
              </a:ext>
            </a:extLst>
          </p:cNvPr>
          <p:cNvSpPr/>
          <p:nvPr/>
        </p:nvSpPr>
        <p:spPr>
          <a:xfrm>
            <a:off x="2846892" y="5973961"/>
            <a:ext cx="5859729" cy="5457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N2K network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86EBBD2-6419-65C3-3172-928E22C4CAF6}"/>
              </a:ext>
            </a:extLst>
          </p:cNvPr>
          <p:cNvCxnSpPr>
            <a:stCxn id="72" idx="2"/>
          </p:cNvCxnSpPr>
          <p:nvPr/>
        </p:nvCxnSpPr>
        <p:spPr>
          <a:xfrm>
            <a:off x="3324051" y="5470031"/>
            <a:ext cx="3611" cy="50393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E180EF3-0089-DB15-C51A-C1D4BA86E02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669552" y="5678796"/>
            <a:ext cx="3611" cy="33356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E61F564-FDF5-E18D-A03E-E2E40A1F8E0E}"/>
              </a:ext>
            </a:extLst>
          </p:cNvPr>
          <p:cNvSpPr/>
          <p:nvPr/>
        </p:nvSpPr>
        <p:spPr>
          <a:xfrm>
            <a:off x="7944381" y="4760291"/>
            <a:ext cx="1045736" cy="675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Ship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51EE562-3016-CF99-4C58-8844A9A21966}"/>
              </a:ext>
            </a:extLst>
          </p:cNvPr>
          <p:cNvCxnSpPr>
            <a:cxnSpLocks/>
          </p:cNvCxnSpPr>
          <p:nvPr/>
        </p:nvCxnSpPr>
        <p:spPr>
          <a:xfrm>
            <a:off x="8463638" y="5435391"/>
            <a:ext cx="3611" cy="57342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013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93286-D013-9C3D-6779-B0A4D27BB252}"/>
              </a:ext>
            </a:extLst>
          </p:cNvPr>
          <p:cNvSpPr txBox="1"/>
          <p:nvPr/>
        </p:nvSpPr>
        <p:spPr>
          <a:xfrm>
            <a:off x="1470861" y="459497"/>
            <a:ext cx="2927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Garmin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GHC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50</a:t>
            </a:r>
            <a:r>
              <a:rPr lang="ko-KR" altLang="en-US" sz="2400" dirty="0">
                <a:solidFill>
                  <a:srgbClr val="FFFF00"/>
                </a:solidFill>
              </a:rPr>
              <a:t>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BD7845-1A0C-8955-49F4-3D18C94DB4CD}"/>
              </a:ext>
            </a:extLst>
          </p:cNvPr>
          <p:cNvSpPr/>
          <p:nvPr/>
        </p:nvSpPr>
        <p:spPr>
          <a:xfrm>
            <a:off x="6112086" y="3337561"/>
            <a:ext cx="1137920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ECU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Steering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E49D2A-7495-6281-F41A-0462B0140220}"/>
              </a:ext>
            </a:extLst>
          </p:cNvPr>
          <p:cNvSpPr/>
          <p:nvPr/>
        </p:nvSpPr>
        <p:spPr>
          <a:xfrm>
            <a:off x="5386492" y="2230120"/>
            <a:ext cx="1294554" cy="4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Display Unit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GHC 50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DB3C3F-1620-C1D9-F0F4-FB6CB19CAA27}"/>
              </a:ext>
            </a:extLst>
          </p:cNvPr>
          <p:cNvSpPr/>
          <p:nvPr/>
        </p:nvSpPr>
        <p:spPr>
          <a:xfrm>
            <a:off x="7250006" y="2230120"/>
            <a:ext cx="843280" cy="4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CCU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0DCC6868-0585-6A15-80D2-491E385BBF23}"/>
              </a:ext>
            </a:extLst>
          </p:cNvPr>
          <p:cNvCxnSpPr>
            <a:stCxn id="3" idx="3"/>
            <a:endCxn id="5" idx="2"/>
          </p:cNvCxnSpPr>
          <p:nvPr/>
        </p:nvCxnSpPr>
        <p:spPr>
          <a:xfrm flipV="1">
            <a:off x="7250006" y="2697480"/>
            <a:ext cx="421640" cy="1051561"/>
          </a:xfrm>
          <a:prstGeom prst="bentConnector2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A78535-2B28-7299-4D34-A02F69A38C8C}"/>
              </a:ext>
            </a:extLst>
          </p:cNvPr>
          <p:cNvSpPr txBox="1"/>
          <p:nvPr/>
        </p:nvSpPr>
        <p:spPr>
          <a:xfrm>
            <a:off x="7627862" y="313690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Steering Bus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1C026A2-B143-48CD-7C85-520C72161AF5}"/>
              </a:ext>
            </a:extLst>
          </p:cNvPr>
          <p:cNvCxnSpPr>
            <a:stCxn id="4" idx="0"/>
          </p:cNvCxnSpPr>
          <p:nvPr/>
        </p:nvCxnSpPr>
        <p:spPr>
          <a:xfrm flipV="1">
            <a:off x="6033769" y="1727200"/>
            <a:ext cx="0" cy="502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49B55E99-463D-7A75-2828-8160745F64D1}"/>
              </a:ext>
            </a:extLst>
          </p:cNvPr>
          <p:cNvCxnSpPr>
            <a:stCxn id="5" idx="0"/>
          </p:cNvCxnSpPr>
          <p:nvPr/>
        </p:nvCxnSpPr>
        <p:spPr>
          <a:xfrm rot="16200000" flipV="1">
            <a:off x="6342803" y="901277"/>
            <a:ext cx="492760" cy="2164926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140F93-92CE-88FD-C1C1-3F7CF3C36D88}"/>
              </a:ext>
            </a:extLst>
          </p:cNvPr>
          <p:cNvSpPr txBox="1"/>
          <p:nvPr/>
        </p:nvSpPr>
        <p:spPr>
          <a:xfrm>
            <a:off x="5709920" y="1352789"/>
            <a:ext cx="217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NMEA 2000 Network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F59FBFA-7D6C-5BEE-7073-5CD835F5C0AB}"/>
              </a:ext>
            </a:extLst>
          </p:cNvPr>
          <p:cNvCxnSpPr>
            <a:stCxn id="3" idx="2"/>
          </p:cNvCxnSpPr>
          <p:nvPr/>
        </p:nvCxnSpPr>
        <p:spPr>
          <a:xfrm>
            <a:off x="6681046" y="4160521"/>
            <a:ext cx="0" cy="6400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4AD30C-3522-BE44-6D9E-3BBEB7BA6CD8}"/>
              </a:ext>
            </a:extLst>
          </p:cNvPr>
          <p:cNvSpPr txBox="1"/>
          <p:nvPr/>
        </p:nvSpPr>
        <p:spPr>
          <a:xfrm>
            <a:off x="6795313" y="4480561"/>
            <a:ext cx="11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DC Power 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06BFA1A-0153-738D-80D4-FB38D2746E5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5386492" y="3749041"/>
            <a:ext cx="72559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738A19D-1732-A8FA-626D-BC717FAD2760}"/>
              </a:ext>
            </a:extLst>
          </p:cNvPr>
          <p:cNvCxnSpPr/>
          <p:nvPr/>
        </p:nvCxnSpPr>
        <p:spPr>
          <a:xfrm>
            <a:off x="5416972" y="3728721"/>
            <a:ext cx="0" cy="64008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CEF8BC-005B-A909-0C99-611945EEF59A}"/>
              </a:ext>
            </a:extLst>
          </p:cNvPr>
          <p:cNvSpPr/>
          <p:nvPr/>
        </p:nvSpPr>
        <p:spPr>
          <a:xfrm>
            <a:off x="4838283" y="4368802"/>
            <a:ext cx="1145955" cy="640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DC Motor 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Actuator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1F8971-5215-9659-7A03-FCA0B87182E1}"/>
              </a:ext>
            </a:extLst>
          </p:cNvPr>
          <p:cNvSpPr/>
          <p:nvPr/>
        </p:nvSpPr>
        <p:spPr>
          <a:xfrm>
            <a:off x="3586480" y="3259573"/>
            <a:ext cx="1137920" cy="640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Eng throttle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AD0A81-B2C6-1247-66B4-3B3309E594ED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724400" y="3579609"/>
            <a:ext cx="1387685" cy="1881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0D4E04A-51C1-7D42-1E61-600CE99B592E}"/>
              </a:ext>
            </a:extLst>
          </p:cNvPr>
          <p:cNvCxnSpPr>
            <a:stCxn id="22" idx="1"/>
          </p:cNvCxnSpPr>
          <p:nvPr/>
        </p:nvCxnSpPr>
        <p:spPr>
          <a:xfrm flipH="1">
            <a:off x="2733040" y="3579609"/>
            <a:ext cx="8534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6182AD3-BF01-2407-9CC3-F664161EE77B}"/>
              </a:ext>
            </a:extLst>
          </p:cNvPr>
          <p:cNvSpPr txBox="1"/>
          <p:nvPr/>
        </p:nvSpPr>
        <p:spPr>
          <a:xfrm>
            <a:off x="2050096" y="3211313"/>
            <a:ext cx="1536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Throttle control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line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574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157B1-543A-20DD-3A91-C3E448A703E4}"/>
              </a:ext>
            </a:extLst>
          </p:cNvPr>
          <p:cNvSpPr txBox="1"/>
          <p:nvPr/>
        </p:nvSpPr>
        <p:spPr>
          <a:xfrm>
            <a:off x="1470861" y="459497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HD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r>
              <a:rPr lang="en-US" altLang="ko-KR" sz="2400" dirty="0">
                <a:solidFill>
                  <a:srgbClr val="FFFF00"/>
                </a:solidFill>
              </a:rPr>
              <a:t>system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1FAB6F-B3A2-897F-1551-8C5ACB255EF2}"/>
              </a:ext>
            </a:extLst>
          </p:cNvPr>
          <p:cNvSpPr/>
          <p:nvPr/>
        </p:nvSpPr>
        <p:spPr>
          <a:xfrm>
            <a:off x="3561707" y="1585887"/>
            <a:ext cx="1554480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HD System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A6842A-A242-F55E-BDE8-D6061907544C}"/>
                  </a:ext>
                </a:extLst>
              </p:cNvPr>
              <p:cNvSpPr txBox="1"/>
              <p:nvPr/>
            </p:nvSpPr>
            <p:spPr>
              <a:xfrm>
                <a:off x="8829041" y="768771"/>
                <a:ext cx="2750853" cy="723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a1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 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1= 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A6842A-A242-F55E-BDE8-D60619075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041" y="768771"/>
                <a:ext cx="2750853" cy="723853"/>
              </a:xfrm>
              <a:prstGeom prst="rect">
                <a:avLst/>
              </a:prstGeom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2AD69889-F488-3725-3027-28F6ED05D159}"/>
              </a:ext>
            </a:extLst>
          </p:cNvPr>
          <p:cNvSpPr/>
          <p:nvPr/>
        </p:nvSpPr>
        <p:spPr>
          <a:xfrm>
            <a:off x="2998843" y="2549579"/>
            <a:ext cx="2666373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2EA404-2F90-C1C3-6B36-E40B32A722C6}"/>
                  </a:ext>
                </a:extLst>
              </p:cNvPr>
              <p:cNvSpPr txBox="1"/>
              <p:nvPr/>
            </p:nvSpPr>
            <p:spPr>
              <a:xfrm>
                <a:off x="3111467" y="2635661"/>
                <a:ext cx="2750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a1*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1∗</m:t>
                    </m:r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2EA404-2F90-C1C3-6B36-E40B32A7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467" y="2635661"/>
                <a:ext cx="2750853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B5A0A50-2E8F-C0B9-6354-442FD008D1FB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 flipH="1">
            <a:off x="4332030" y="2225967"/>
            <a:ext cx="6917" cy="32361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C2C0848-B4CE-2542-F1DE-3C0DD8240DEE}"/>
              </a:ext>
            </a:extLst>
          </p:cNvPr>
          <p:cNvCxnSpPr>
            <a:cxnSpLocks/>
          </p:cNvCxnSpPr>
          <p:nvPr/>
        </p:nvCxnSpPr>
        <p:spPr>
          <a:xfrm flipH="1">
            <a:off x="4332030" y="3177949"/>
            <a:ext cx="6917" cy="32361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다이아몬드 17">
            <a:extLst>
              <a:ext uri="{FF2B5EF4-FFF2-40B4-BE49-F238E27FC236}">
                <a16:creationId xmlns:a16="http://schemas.microsoft.com/office/drawing/2014/main" id="{3471C598-049C-941A-219E-D7462602845A}"/>
              </a:ext>
            </a:extLst>
          </p:cNvPr>
          <p:cNvSpPr/>
          <p:nvPr/>
        </p:nvSpPr>
        <p:spPr>
          <a:xfrm>
            <a:off x="2804161" y="3480528"/>
            <a:ext cx="3048000" cy="81715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6F3821-46C8-962C-72B0-C517754AC457}"/>
                  </a:ext>
                </a:extLst>
              </p:cNvPr>
              <p:cNvSpPr txBox="1"/>
              <p:nvPr/>
            </p:nvSpPr>
            <p:spPr>
              <a:xfrm>
                <a:off x="3460107" y="3701125"/>
                <a:ext cx="17145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−5.0</m:t>
                    </m:r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5.0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6F3821-46C8-962C-72B0-C517754AC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107" y="3701125"/>
                <a:ext cx="1714533" cy="369332"/>
              </a:xfrm>
              <a:prstGeom prst="rect">
                <a:avLst/>
              </a:prstGeom>
              <a:blipFill>
                <a:blip r:embed="rId4"/>
                <a:stretch>
                  <a:fillRect t="-8197" r="-1779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854D3D-0391-93D6-8FA6-0371FFB473A8}"/>
              </a:ext>
            </a:extLst>
          </p:cNvPr>
          <p:cNvSpPr/>
          <p:nvPr/>
        </p:nvSpPr>
        <p:spPr>
          <a:xfrm>
            <a:off x="2984186" y="4632033"/>
            <a:ext cx="2666373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0FA083-DBE8-C922-A9D7-885B4BF4AFC4}"/>
                  </a:ext>
                </a:extLst>
              </p:cNvPr>
              <p:cNvSpPr txBox="1"/>
              <p:nvPr/>
            </p:nvSpPr>
            <p:spPr>
              <a:xfrm>
                <a:off x="3301997" y="4767407"/>
                <a:ext cx="20307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0FA083-DBE8-C922-A9D7-885B4BF4A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997" y="4767407"/>
                <a:ext cx="2030749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88AB818-6D18-2495-227C-E960CB049BAC}"/>
              </a:ext>
            </a:extLst>
          </p:cNvPr>
          <p:cNvCxnSpPr>
            <a:cxnSpLocks/>
          </p:cNvCxnSpPr>
          <p:nvPr/>
        </p:nvCxnSpPr>
        <p:spPr>
          <a:xfrm flipH="1">
            <a:off x="4332029" y="4291054"/>
            <a:ext cx="6917" cy="32361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BEE49ABF-4A13-FA93-2ABB-F539938C460A}"/>
              </a:ext>
            </a:extLst>
          </p:cNvPr>
          <p:cNvSpPr/>
          <p:nvPr/>
        </p:nvSpPr>
        <p:spPr>
          <a:xfrm>
            <a:off x="7235823" y="3850662"/>
            <a:ext cx="3162465" cy="81715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SeaStateEffectVal</a:t>
            </a:r>
            <a:r>
              <a:rPr lang="en-US" altLang="ko-KR" dirty="0">
                <a:solidFill>
                  <a:schemeClr val="bg1"/>
                </a:solidFill>
              </a:rPr>
              <a:t> Limit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DF19E9-2076-D748-8503-60230F0F3B3C}"/>
              </a:ext>
            </a:extLst>
          </p:cNvPr>
          <p:cNvSpPr txBox="1"/>
          <p:nvPr/>
        </p:nvSpPr>
        <p:spPr>
          <a:xfrm>
            <a:off x="5775974" y="3558111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SeaState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Yes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CE8423-3006-3C90-6753-93200F8106B1}"/>
              </a:ext>
            </a:extLst>
          </p:cNvPr>
          <p:cNvSpPr/>
          <p:nvPr/>
        </p:nvSpPr>
        <p:spPr>
          <a:xfrm>
            <a:off x="7849961" y="1695206"/>
            <a:ext cx="1995080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Random generation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EE428071-1B38-B9E2-2550-5D9F8BD295F4}"/>
              </a:ext>
            </a:extLst>
          </p:cNvPr>
          <p:cNvCxnSpPr>
            <a:cxnSpLocks/>
            <a:stCxn id="24" idx="1"/>
            <a:endCxn id="25" idx="1"/>
          </p:cNvCxnSpPr>
          <p:nvPr/>
        </p:nvCxnSpPr>
        <p:spPr>
          <a:xfrm rot="10800000" flipH="1">
            <a:off x="5775973" y="2015247"/>
            <a:ext cx="2073987" cy="1866031"/>
          </a:xfrm>
          <a:prstGeom prst="bentConnector3">
            <a:avLst>
              <a:gd name="adj1" fmla="val 5805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3B919F-2478-A4DD-C14A-3C43D99A381B}"/>
              </a:ext>
            </a:extLst>
          </p:cNvPr>
          <p:cNvSpPr/>
          <p:nvPr/>
        </p:nvSpPr>
        <p:spPr>
          <a:xfrm>
            <a:off x="7849961" y="2650591"/>
            <a:ext cx="1995080" cy="872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SeaStateEffectVal</a:t>
            </a:r>
            <a:r>
              <a:rPr lang="en-US" altLang="ko-KR" dirty="0">
                <a:solidFill>
                  <a:schemeClr val="bg1"/>
                </a:solidFill>
              </a:rPr>
              <a:t>=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Random*</a:t>
            </a:r>
            <a:r>
              <a:rPr lang="en-US" altLang="ko-KR" dirty="0" err="1">
                <a:solidFill>
                  <a:schemeClr val="bg1"/>
                </a:solidFill>
              </a:rPr>
              <a:t>SeaState</a:t>
            </a:r>
            <a:r>
              <a:rPr lang="en-US" altLang="ko-KR" dirty="0">
                <a:solidFill>
                  <a:schemeClr val="bg1"/>
                </a:solidFill>
              </a:rPr>
              <a:t>*</a:t>
            </a:r>
            <a:r>
              <a:rPr lang="en-US" altLang="ko-KR" dirty="0" err="1">
                <a:solidFill>
                  <a:schemeClr val="bg1"/>
                </a:solidFill>
              </a:rPr>
              <a:t>EffectRate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096CDEC-FC1D-CB9C-53C5-0254F9AF14FE}"/>
              </a:ext>
            </a:extLst>
          </p:cNvPr>
          <p:cNvCxnSpPr>
            <a:cxnSpLocks/>
          </p:cNvCxnSpPr>
          <p:nvPr/>
        </p:nvCxnSpPr>
        <p:spPr>
          <a:xfrm flipH="1">
            <a:off x="8817056" y="2329111"/>
            <a:ext cx="6917" cy="32361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E126735-5FB9-5A16-CBD3-28E3EF6EE002}"/>
              </a:ext>
            </a:extLst>
          </p:cNvPr>
          <p:cNvCxnSpPr>
            <a:cxnSpLocks/>
          </p:cNvCxnSpPr>
          <p:nvPr/>
        </p:nvCxnSpPr>
        <p:spPr>
          <a:xfrm flipH="1">
            <a:off x="8817056" y="3527050"/>
            <a:ext cx="6917" cy="32361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96515BC0-EA8D-B661-C444-4F33843436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50561" y="1516366"/>
            <a:ext cx="1670356" cy="13715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F8FAD03B-ACAB-8DCB-C43E-00A80A1427B7}"/>
              </a:ext>
            </a:extLst>
          </p:cNvPr>
          <p:cNvCxnSpPr>
            <a:cxnSpLocks/>
            <a:stCxn id="21" idx="3"/>
          </p:cNvCxnSpPr>
          <p:nvPr/>
        </p:nvCxnSpPr>
        <p:spPr>
          <a:xfrm flipH="1" flipV="1">
            <a:off x="7310758" y="1516366"/>
            <a:ext cx="3087530" cy="2742872"/>
          </a:xfrm>
          <a:prstGeom prst="bentConnector3">
            <a:avLst>
              <a:gd name="adj1" fmla="val -740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9265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회로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TM04033919[[fn=회로]]</Template>
  <TotalTime>64838</TotalTime>
  <Words>2406</Words>
  <Application>Microsoft Office PowerPoint</Application>
  <PresentationFormat>와이드스크린</PresentationFormat>
  <Paragraphs>1019</Paragraphs>
  <Slides>46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Tw Cen MT</vt:lpstr>
      <vt:lpstr>맑은 고딕</vt:lpstr>
      <vt:lpstr>Arial</vt:lpstr>
      <vt:lpstr>Cambria Math</vt:lpstr>
      <vt:lpstr>Trebuchet MS</vt:lpstr>
      <vt:lpstr>Wingdings</vt:lpstr>
      <vt:lpstr>회로</vt:lpstr>
      <vt:lpstr>Auto pilot system</vt:lpstr>
      <vt:lpstr>Detail control algorithm used in real industrial </vt:lpstr>
      <vt:lpstr>1.1 Integral wind up</vt:lpstr>
      <vt:lpstr>1.2 dead Band</vt:lpstr>
      <vt:lpstr>1.3 Actuator Limit</vt:lpstr>
      <vt:lpstr>1.4 Digital PID Control Algorithm</vt:lpstr>
      <vt:lpstr>1.5 Auto/manual changeover</vt:lpstr>
      <vt:lpstr>PowerPoint 프레젠테이션</vt:lpstr>
      <vt:lpstr>PowerPoint 프레젠테이션</vt:lpstr>
      <vt:lpstr>2. Fuzzy Control System</vt:lpstr>
      <vt:lpstr>PowerPoint 프레젠테이션</vt:lpstr>
      <vt:lpstr>2.2 Fuzzy PD Fuzzy pi controller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2.5 Examples</vt:lpstr>
      <vt:lpstr>PowerPoint 프레젠테이션</vt:lpstr>
      <vt:lpstr>2.5 Examples</vt:lpstr>
      <vt:lpstr>PowerPoint 프레젠테이션</vt:lpstr>
      <vt:lpstr>2.5 Examples</vt:lpstr>
      <vt:lpstr>PowerPoint 프레젠테이션</vt:lpstr>
      <vt:lpstr>PowerPoint 프레젠테이션</vt:lpstr>
      <vt:lpstr>3.1 제어알고리즘 적용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pilot system</dc:title>
  <dc:creator>yungho yu</dc:creator>
  <cp:lastModifiedBy>백인호</cp:lastModifiedBy>
  <cp:revision>58</cp:revision>
  <cp:lastPrinted>2023-11-01T04:10:53Z</cp:lastPrinted>
  <dcterms:created xsi:type="dcterms:W3CDTF">2023-07-26T01:10:21Z</dcterms:created>
  <dcterms:modified xsi:type="dcterms:W3CDTF">2024-06-18T06:14:02Z</dcterms:modified>
</cp:coreProperties>
</file>