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-78" y="-30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70ED0-2450-4E2A-B831-462AA7FBF8F1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0C09-CBA6-43DA-B3FB-E69CCA9A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68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70ED0-2450-4E2A-B831-462AA7FBF8F1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0C09-CBA6-43DA-B3FB-E69CCA9A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198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70ED0-2450-4E2A-B831-462AA7FBF8F1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0C09-CBA6-43DA-B3FB-E69CCA9A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38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70ED0-2450-4E2A-B831-462AA7FBF8F1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0C09-CBA6-43DA-B3FB-E69CCA9A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65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70ED0-2450-4E2A-B831-462AA7FBF8F1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0C09-CBA6-43DA-B3FB-E69CCA9A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103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70ED0-2450-4E2A-B831-462AA7FBF8F1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0C09-CBA6-43DA-B3FB-E69CCA9A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82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70ED0-2450-4E2A-B831-462AA7FBF8F1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0C09-CBA6-43DA-B3FB-E69CCA9A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838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70ED0-2450-4E2A-B831-462AA7FBF8F1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0C09-CBA6-43DA-B3FB-E69CCA9A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37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70ED0-2450-4E2A-B831-462AA7FBF8F1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0C09-CBA6-43DA-B3FB-E69CCA9A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129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70ED0-2450-4E2A-B831-462AA7FBF8F1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0C09-CBA6-43DA-B3FB-E69CCA9A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281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70ED0-2450-4E2A-B831-462AA7FBF8F1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0C09-CBA6-43DA-B3FB-E69CCA9A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38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70ED0-2450-4E2A-B831-462AA7FBF8F1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70C09-CBA6-43DA-B3FB-E69CCA9A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03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1004" y="103911"/>
            <a:ext cx="67197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[</a:t>
            </a:r>
            <a:r>
              <a:rPr lang="ko-KR" altLang="en-US" sz="1400" b="1" dirty="0" smtClean="0">
                <a:latin typeface="+mn-ea"/>
              </a:rPr>
              <a:t>사양</a:t>
            </a:r>
            <a:r>
              <a:rPr lang="en-US" altLang="ko-KR" sz="1400" b="1" dirty="0" smtClean="0">
                <a:latin typeface="+mn-ea"/>
              </a:rPr>
              <a:t>]</a:t>
            </a:r>
            <a:endParaRPr lang="ko-KR" altLang="en-US" sz="1400" b="1" dirty="0"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655283"/>
              </p:ext>
            </p:extLst>
          </p:nvPr>
        </p:nvGraphicFramePr>
        <p:xfrm>
          <a:off x="209731" y="487111"/>
          <a:ext cx="9500326" cy="4824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35">
                  <a:extLst>
                    <a:ext uri="{9D8B030D-6E8A-4147-A177-3AD203B41FA5}">
                      <a16:colId xmlns:a16="http://schemas.microsoft.com/office/drawing/2014/main" xmlns="" val="2174412140"/>
                    </a:ext>
                  </a:extLst>
                </a:gridCol>
                <a:gridCol w="1288868"/>
                <a:gridCol w="1759132">
                  <a:extLst>
                    <a:ext uri="{9D8B030D-6E8A-4147-A177-3AD203B41FA5}">
                      <a16:colId xmlns:a16="http://schemas.microsoft.com/office/drawing/2014/main" xmlns="" val="3585155355"/>
                    </a:ext>
                  </a:extLst>
                </a:gridCol>
                <a:gridCol w="1837508">
                  <a:extLst>
                    <a:ext uri="{9D8B030D-6E8A-4147-A177-3AD203B41FA5}">
                      <a16:colId xmlns:a16="http://schemas.microsoft.com/office/drawing/2014/main" xmlns="" val="4293997276"/>
                    </a:ext>
                  </a:extLst>
                </a:gridCol>
                <a:gridCol w="3944983">
                  <a:extLst>
                    <a:ext uri="{9D8B030D-6E8A-4147-A177-3AD203B41FA5}">
                      <a16:colId xmlns:a16="http://schemas.microsoft.com/office/drawing/2014/main" xmlns="" val="2743848966"/>
                    </a:ext>
                  </a:extLst>
                </a:gridCol>
              </a:tblGrid>
              <a:tr h="32907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kern="1200" dirty="0" smtClean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FI-1.0DIN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kern="1200" dirty="0" smtClean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FI-1.5DIN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latin typeface="+mn-ea"/>
                          <a:ea typeface="+mn-ea"/>
                        </a:rPr>
                        <a:t>비</a:t>
                      </a:r>
                      <a:r>
                        <a:rPr lang="en-US" altLang="ko-KR" sz="1100" b="1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baseline="0" dirty="0" smtClean="0">
                          <a:latin typeface="+mn-ea"/>
                          <a:ea typeface="+mn-ea"/>
                        </a:rPr>
                        <a:t>고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357246979"/>
                  </a:ext>
                </a:extLst>
              </a:tr>
              <a:tr h="1073574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Size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110 x 110 mm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110 x 220 mm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795220785"/>
                  </a:ext>
                </a:extLst>
              </a:tr>
              <a:tr h="162772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LCD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 resolution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480 x 272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800 x 480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878197713"/>
                  </a:ext>
                </a:extLst>
              </a:tr>
              <a:tr h="162772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Size (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Diagonal)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4.3inch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7inch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566542343"/>
                  </a:ext>
                </a:extLst>
              </a:tr>
              <a:tr h="162772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Brightness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1000 cd/m</a:t>
                      </a:r>
                      <a:r>
                        <a:rPr lang="en-US" altLang="ko-KR" sz="1050" baseline="30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1000 cd/m</a:t>
                      </a:r>
                      <a:r>
                        <a:rPr lang="en-US" altLang="ko-KR" sz="1050" baseline="30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26928040"/>
                  </a:ext>
                </a:extLst>
              </a:tr>
              <a:tr h="313509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Touchscreen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Yes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Yes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97579608"/>
                  </a:ext>
                </a:extLst>
              </a:tr>
              <a:tr h="296092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MCU</a:t>
                      </a:r>
                      <a:endParaRPr lang="ko-KR" altLang="en-US" sz="105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Arm® Cortex®-M7 32b MCU+FPU, 462DMIPS, up to 2MB Flash/ 512+16+4KB RAM </a:t>
                      </a:r>
                      <a:endParaRPr lang="ko-KR" altLang="en-US" sz="1050" baseline="300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aseline="300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96092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Memory</a:t>
                      </a:r>
                      <a:endParaRPr lang="ko-KR" altLang="en-US" sz="105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SDRAM(16/32M), Flash memory(32/64M)</a:t>
                      </a:r>
                      <a:endParaRPr lang="ko-KR" altLang="en-US" sz="1050" baseline="300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baseline="30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184925626"/>
                  </a:ext>
                </a:extLst>
              </a:tr>
              <a:tr h="162772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Network</a:t>
                      </a:r>
                      <a:r>
                        <a:rPr lang="en-US" altLang="ko-KR" sz="1050" baseline="0" dirty="0" smtClean="0">
                          <a:latin typeface="+mn-ea"/>
                          <a:ea typeface="+mn-ea"/>
                        </a:rPr>
                        <a:t> Interface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NMEA2000</a:t>
                      </a:r>
                      <a:r>
                        <a:rPr lang="en-US" altLang="ko-KR" sz="1050" baseline="0" dirty="0" smtClean="0">
                          <a:latin typeface="+mn-ea"/>
                          <a:ea typeface="+mn-ea"/>
                        </a:rPr>
                        <a:t> only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45627377"/>
                  </a:ext>
                </a:extLst>
              </a:tr>
              <a:tr h="162772">
                <a:tc gridSpan="2">
                  <a:txBody>
                    <a:bodyPr/>
                    <a:lstStyle/>
                    <a:p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Waterproofness</a:t>
                      </a:r>
                      <a:endParaRPr lang="en-US" altLang="ko-KR" sz="1050" b="0" i="0" u="none" strike="noStrike" kern="1200" baseline="0" dirty="0" smtClean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IP67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642793597"/>
                  </a:ext>
                </a:extLst>
              </a:tr>
              <a:tr h="162772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Environmental </a:t>
                      </a:r>
                      <a:r>
                        <a:rPr lang="en-US" altLang="ko-KR" sz="105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std</a:t>
                      </a:r>
                      <a:endParaRPr lang="en-US" altLang="ko-KR" sz="1050" b="0" i="0" u="none" strike="noStrike" kern="1200" baseline="0" dirty="0" smtClean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IEC60945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215945311"/>
                  </a:ext>
                </a:extLst>
              </a:tr>
              <a:tr h="162772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Power supply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1) 10.8-15.6VDC (12VDC -10%/+30%) for NMEA 2000 </a:t>
                      </a:r>
                    </a:p>
                    <a:p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bus and 12 VDC ship’s main</a:t>
                      </a:r>
                    </a:p>
                    <a:p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2) 24VDC (24VDC -10%/+30% of ship’s main)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*24VDC </a:t>
                      </a:r>
                      <a:r>
                        <a:rPr lang="ko-KR" altLang="en-US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필요성 확인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NMEA2000 only </a:t>
                      </a:r>
                      <a:r>
                        <a:rPr lang="ko-KR" altLang="en-US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제품으로 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NMEA2000 </a:t>
                      </a:r>
                      <a:r>
                        <a:rPr lang="ko-KR" altLang="en-US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을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통해 전원공급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24VDC</a:t>
                      </a:r>
                      <a:r>
                        <a:rPr lang="ko-KR" altLang="en-US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의 경우 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NMEA0183 </a:t>
                      </a:r>
                      <a:r>
                        <a:rPr lang="ko-KR" altLang="en-US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통신 사용 시 필요하며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</a:p>
                    <a:p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FI-1.xDIN </a:t>
                      </a:r>
                      <a:r>
                        <a:rPr lang="ko-KR" altLang="en-US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의 경우 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NMEA2000 only </a:t>
                      </a:r>
                      <a:r>
                        <a:rPr lang="ko-KR" altLang="en-US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필요가 없다고 봄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.</a:t>
                      </a:r>
                    </a:p>
                    <a:p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단가 상승 및 품질시험 시 추가 시험 발생 가능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.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697229476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166" y="882854"/>
            <a:ext cx="622650" cy="720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117" y="882854"/>
            <a:ext cx="1225489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54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1334</TotalTime>
  <Words>153</Words>
  <Application>Microsoft Office PowerPoint</Application>
  <PresentationFormat>A4 용지(210x297mm)</PresentationFormat>
  <Paragraphs>39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LAB_HW</dc:creator>
  <cp:lastModifiedBy>ecotro</cp:lastModifiedBy>
  <cp:revision>45</cp:revision>
  <dcterms:created xsi:type="dcterms:W3CDTF">2022-08-10T08:21:00Z</dcterms:created>
  <dcterms:modified xsi:type="dcterms:W3CDTF">2023-03-20T02:40:49Z</dcterms:modified>
</cp:coreProperties>
</file>